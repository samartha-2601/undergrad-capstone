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9144000"/>
  <p:notesSz cx="6858000" cy="9144000"/>
  <p:embeddedFontLst>
    <p:embeddedFont>
      <p:font typeface="Libre Franklin"/>
      <p:regular r:id="rId16"/>
      <p:bold r:id="rId17"/>
      <p:italic r:id="rId18"/>
      <p:boldItalic r:id="rId19"/>
    </p:embeddedFont>
    <p:embeddedFont>
      <p:font typeface="Libre Baskerville"/>
      <p:regular r:id="rId20"/>
      <p:bold r:id="rId21"/>
      <p:italic r:id="rId22"/>
    </p:embeddedFont>
    <p:embeddedFont>
      <p:font typeface="Century Gothic"/>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ibreBaskerville-regular.fntdata"/><Relationship Id="rId22" Type="http://schemas.openxmlformats.org/officeDocument/2006/relationships/font" Target="fonts/LibreBaskerville-italic.fntdata"/><Relationship Id="rId21" Type="http://schemas.openxmlformats.org/officeDocument/2006/relationships/font" Target="fonts/LibreBaskerville-bold.fntdata"/><Relationship Id="rId24" Type="http://schemas.openxmlformats.org/officeDocument/2006/relationships/font" Target="fonts/CenturyGothic-bold.fntdata"/><Relationship Id="rId23" Type="http://schemas.openxmlformats.org/officeDocument/2006/relationships/font" Target="fonts/CenturyGothic-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CenturyGothic-boldItalic.fntdata"/><Relationship Id="rId25" Type="http://schemas.openxmlformats.org/officeDocument/2006/relationships/font" Target="fonts/CenturyGothic-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LibreFranklin-bold.fntdata"/><Relationship Id="rId16" Type="http://schemas.openxmlformats.org/officeDocument/2006/relationships/font" Target="fonts/LibreFranklin-regular.fntdata"/><Relationship Id="rId19" Type="http://schemas.openxmlformats.org/officeDocument/2006/relationships/font" Target="fonts/LibreFranklin-boldItalic.fntdata"/><Relationship Id="rId18" Type="http://schemas.openxmlformats.org/officeDocument/2006/relationships/font" Target="fonts/LibreFranklin-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19" name="Google Shape;119;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27" name="Google Shape;12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36" name="Google Shape;13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048752a90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47" name="Google Shape;147;g2048752a902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56" name="Google Shape;156;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063324753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65" name="Google Shape;165;g2063324753d_0_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74" name="Google Shape;174;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04c31dfdac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84" name="Google Shape;184;g204c31dfdac_0_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2063324753d_0_1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2063324753d_0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g2063324753d_0_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rotWithShape="1">
          <a:blip r:embed="rId2">
            <a:alphaModFix/>
          </a:blip>
          <a:tile algn="tl" flip="none" tx="0" sx="55000" ty="0" sy="55000"/>
        </a:blipFill>
      </p:bgPr>
    </p:bg>
    <p:spTree>
      <p:nvGrpSpPr>
        <p:cNvPr id="17" name="Shape 17"/>
        <p:cNvGrpSpPr/>
        <p:nvPr/>
      </p:nvGrpSpPr>
      <p:grpSpPr>
        <a:xfrm>
          <a:off x="0" y="0"/>
          <a:ext cx="0" cy="0"/>
          <a:chOff x="0" y="0"/>
          <a:chExt cx="0" cy="0"/>
        </a:xfrm>
      </p:grpSpPr>
      <p:sp>
        <p:nvSpPr>
          <p:cNvPr id="18" name="Google Shape;18;p2"/>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19" name="Google Shape;19;p2"/>
          <p:cNvSpPr/>
          <p:nvPr/>
        </p:nvSpPr>
        <p:spPr>
          <a:xfrm>
            <a:off x="65313" y="69755"/>
            <a:ext cx="9013372" cy="6692201"/>
          </a:xfrm>
          <a:prstGeom prst="roundRect">
            <a:avLst>
              <a:gd fmla="val 4929" name="adj"/>
            </a:avLst>
          </a:prstGeom>
          <a:blipFill rotWithShape="1">
            <a:blip r:embed="rId2">
              <a:alphaModFix/>
            </a:blip>
            <a:tile algn="tl" flip="none" tx="0" sx="55000" ty="0" sy="55000"/>
          </a:blip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20" name="Google Shape;20;p2"/>
          <p:cNvSpPr txBox="1"/>
          <p:nvPr>
            <p:ph idx="1" type="subTitle"/>
          </p:nvPr>
        </p:nvSpPr>
        <p:spPr>
          <a:xfrm>
            <a:off x="1295400" y="3200400"/>
            <a:ext cx="6400800" cy="1600200"/>
          </a:xfrm>
          <a:prstGeom prst="rect">
            <a:avLst/>
          </a:prstGeom>
          <a:noFill/>
          <a:ln>
            <a:noFill/>
          </a:ln>
        </p:spPr>
        <p:txBody>
          <a:bodyPr anchorCtr="0" anchor="t" bIns="45700" lIns="91425" spcFirstLastPara="1" rIns="91425" wrap="square" tIns="45700">
            <a:normAutofit/>
          </a:bodyPr>
          <a:lstStyle>
            <a:lvl1pPr lvl="0" algn="ctr">
              <a:spcBef>
                <a:spcPts val="580"/>
              </a:spcBef>
              <a:spcAft>
                <a:spcPts val="0"/>
              </a:spcAft>
              <a:buSzPts val="2210"/>
              <a:buNone/>
              <a:defRPr sz="2600">
                <a:solidFill>
                  <a:schemeClr val="dk2"/>
                </a:solidFill>
              </a:defRPr>
            </a:lvl1pPr>
            <a:lvl2pPr lvl="1" algn="ctr">
              <a:spcBef>
                <a:spcPts val="370"/>
              </a:spcBef>
              <a:spcAft>
                <a:spcPts val="0"/>
              </a:spcAft>
              <a:buSzPts val="1530"/>
              <a:buNone/>
              <a:defRPr/>
            </a:lvl2pPr>
            <a:lvl3pPr lvl="2" algn="ctr">
              <a:spcBef>
                <a:spcPts val="370"/>
              </a:spcBef>
              <a:spcAft>
                <a:spcPts val="0"/>
              </a:spcAft>
              <a:buSzPts val="1530"/>
              <a:buNone/>
              <a:defRPr/>
            </a:lvl3pPr>
            <a:lvl4pPr lvl="3" algn="ctr">
              <a:spcBef>
                <a:spcPts val="370"/>
              </a:spcBef>
              <a:spcAft>
                <a:spcPts val="0"/>
              </a:spcAft>
              <a:buSzPts val="1440"/>
              <a:buNone/>
              <a:defRPr/>
            </a:lvl4pPr>
            <a:lvl5pPr lvl="4" algn="ctr">
              <a:spcBef>
                <a:spcPts val="370"/>
              </a:spcBef>
              <a:spcAft>
                <a:spcPts val="0"/>
              </a:spcAft>
              <a:buSzPts val="1800"/>
              <a:buNone/>
              <a:defRPr/>
            </a:lvl5pPr>
            <a:lvl6pPr lvl="5" algn="ctr">
              <a:spcBef>
                <a:spcPts val="370"/>
              </a:spcBef>
              <a:spcAft>
                <a:spcPts val="0"/>
              </a:spcAft>
              <a:buSzPts val="1800"/>
              <a:buNone/>
              <a:defRPr/>
            </a:lvl6pPr>
            <a:lvl7pPr lvl="6" algn="ctr">
              <a:spcBef>
                <a:spcPts val="370"/>
              </a:spcBef>
              <a:spcAft>
                <a:spcPts val="0"/>
              </a:spcAft>
              <a:buSzPts val="1800"/>
              <a:buNone/>
              <a:defRPr/>
            </a:lvl7pPr>
            <a:lvl8pPr lvl="7" algn="ctr">
              <a:spcBef>
                <a:spcPts val="370"/>
              </a:spcBef>
              <a:spcAft>
                <a:spcPts val="0"/>
              </a:spcAft>
              <a:buSzPts val="1800"/>
              <a:buNone/>
              <a:defRPr/>
            </a:lvl8pPr>
            <a:lvl9pPr lvl="8" algn="ctr">
              <a:spcBef>
                <a:spcPts val="370"/>
              </a:spcBef>
              <a:spcAft>
                <a:spcPts val="0"/>
              </a:spcAft>
              <a:buSzPts val="1800"/>
              <a:buNone/>
              <a:defRPr/>
            </a:lvl9pPr>
          </a:lstStyle>
          <a:p/>
        </p:txBody>
      </p:sp>
      <p:sp>
        <p:nvSpPr>
          <p:cNvPr id="21" name="Google Shape;21;p2"/>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b="0" i="0" sz="1400" u="none" cap="none" strike="noStrike">
                <a:solidFill>
                  <a:srgbClr val="FFFFFF"/>
                </a:solidFill>
                <a:latin typeface="Libre Franklin"/>
                <a:ea typeface="Libre Franklin"/>
                <a:cs typeface="Libre Franklin"/>
                <a:sym typeface="Libre Franklin"/>
              </a:defRPr>
            </a:lvl1pPr>
            <a:lvl2pPr indent="0" lvl="1" marL="0" algn="ctr">
              <a:spcBef>
                <a:spcPts val="0"/>
              </a:spcBef>
              <a:buNone/>
              <a:defRPr b="0" i="0" sz="1400" u="none" cap="none" strike="noStrike">
                <a:solidFill>
                  <a:srgbClr val="FFFFFF"/>
                </a:solidFill>
                <a:latin typeface="Libre Franklin"/>
                <a:ea typeface="Libre Franklin"/>
                <a:cs typeface="Libre Franklin"/>
                <a:sym typeface="Libre Franklin"/>
              </a:defRPr>
            </a:lvl2pPr>
            <a:lvl3pPr indent="0" lvl="2" marL="0" algn="ctr">
              <a:spcBef>
                <a:spcPts val="0"/>
              </a:spcBef>
              <a:buNone/>
              <a:defRPr b="0" i="0" sz="1400" u="none" cap="none" strike="noStrike">
                <a:solidFill>
                  <a:srgbClr val="FFFFFF"/>
                </a:solidFill>
                <a:latin typeface="Libre Franklin"/>
                <a:ea typeface="Libre Franklin"/>
                <a:cs typeface="Libre Franklin"/>
                <a:sym typeface="Libre Franklin"/>
              </a:defRPr>
            </a:lvl3pPr>
            <a:lvl4pPr indent="0" lvl="3" marL="0" algn="ctr">
              <a:spcBef>
                <a:spcPts val="0"/>
              </a:spcBef>
              <a:buNone/>
              <a:defRPr b="0" i="0" sz="1400" u="none" cap="none" strike="noStrike">
                <a:solidFill>
                  <a:srgbClr val="FFFFFF"/>
                </a:solidFill>
                <a:latin typeface="Libre Franklin"/>
                <a:ea typeface="Libre Franklin"/>
                <a:cs typeface="Libre Franklin"/>
                <a:sym typeface="Libre Franklin"/>
              </a:defRPr>
            </a:lvl4pPr>
            <a:lvl5pPr indent="0" lvl="4" marL="0" algn="ctr">
              <a:spcBef>
                <a:spcPts val="0"/>
              </a:spcBef>
              <a:buNone/>
              <a:defRPr b="0" i="0" sz="1400" u="none" cap="none" strike="noStrike">
                <a:solidFill>
                  <a:srgbClr val="FFFFFF"/>
                </a:solidFill>
                <a:latin typeface="Libre Franklin"/>
                <a:ea typeface="Libre Franklin"/>
                <a:cs typeface="Libre Franklin"/>
                <a:sym typeface="Libre Franklin"/>
              </a:defRPr>
            </a:lvl5pPr>
            <a:lvl6pPr indent="0" lvl="5" marL="0" algn="ctr">
              <a:spcBef>
                <a:spcPts val="0"/>
              </a:spcBef>
              <a:buNone/>
              <a:defRPr b="0" i="0" sz="1400" u="none" cap="none" strike="noStrike">
                <a:solidFill>
                  <a:srgbClr val="FFFFFF"/>
                </a:solidFill>
                <a:latin typeface="Libre Franklin"/>
                <a:ea typeface="Libre Franklin"/>
                <a:cs typeface="Libre Franklin"/>
                <a:sym typeface="Libre Franklin"/>
              </a:defRPr>
            </a:lvl6pPr>
            <a:lvl7pPr indent="0" lvl="6" marL="0" algn="ctr">
              <a:spcBef>
                <a:spcPts val="0"/>
              </a:spcBef>
              <a:buNone/>
              <a:defRPr b="0" i="0" sz="1400" u="none" cap="none" strike="noStrike">
                <a:solidFill>
                  <a:srgbClr val="FFFFFF"/>
                </a:solidFill>
                <a:latin typeface="Libre Franklin"/>
                <a:ea typeface="Libre Franklin"/>
                <a:cs typeface="Libre Franklin"/>
                <a:sym typeface="Libre Franklin"/>
              </a:defRPr>
            </a:lvl7pPr>
            <a:lvl8pPr indent="0" lvl="7" marL="0" algn="ctr">
              <a:spcBef>
                <a:spcPts val="0"/>
              </a:spcBef>
              <a:buNone/>
              <a:defRPr b="0" i="0" sz="1400" u="none" cap="none" strike="noStrike">
                <a:solidFill>
                  <a:srgbClr val="FFFFFF"/>
                </a:solidFill>
                <a:latin typeface="Libre Franklin"/>
                <a:ea typeface="Libre Franklin"/>
                <a:cs typeface="Libre Franklin"/>
                <a:sym typeface="Libre Franklin"/>
              </a:defRPr>
            </a:lvl8pPr>
            <a:lvl9pPr indent="0" lvl="8" marL="0" algn="ctr">
              <a:spcBef>
                <a:spcPts val="0"/>
              </a:spcBef>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
        <p:nvSpPr>
          <p:cNvPr id="24" name="Google Shape;24;p2"/>
          <p:cNvSpPr/>
          <p:nvPr/>
        </p:nvSpPr>
        <p:spPr>
          <a:xfrm>
            <a:off x="62931" y="1449303"/>
            <a:ext cx="9021537" cy="1527349"/>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25" name="Google Shape;25;p2"/>
          <p:cNvSpPr/>
          <p:nvPr/>
        </p:nvSpPr>
        <p:spPr>
          <a:xfrm>
            <a:off x="62931" y="1396720"/>
            <a:ext cx="9021537" cy="120580"/>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26" name="Google Shape;26;p2"/>
          <p:cNvSpPr/>
          <p:nvPr/>
        </p:nvSpPr>
        <p:spPr>
          <a:xfrm>
            <a:off x="62931" y="2976649"/>
            <a:ext cx="9021537" cy="110532"/>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27" name="Google Shape;27;p2"/>
          <p:cNvSpPr txBox="1"/>
          <p:nvPr>
            <p:ph type="ctrTitle"/>
          </p:nvPr>
        </p:nvSpPr>
        <p:spPr>
          <a:xfrm>
            <a:off x="457200" y="1505930"/>
            <a:ext cx="8229600" cy="1470025"/>
          </a:xfrm>
          <a:prstGeom prst="rect">
            <a:avLst/>
          </a:prstGeom>
          <a:noFill/>
          <a:ln>
            <a:noFill/>
          </a:ln>
        </p:spPr>
        <p:txBody>
          <a:bodyPr anchorCtr="0" anchor="ctr" bIns="91425" lIns="91425" spcFirstLastPara="1" rIns="91425" wrap="square" tIns="45700">
            <a:normAutofit/>
          </a:bodyPr>
          <a:lstStyle>
            <a:lvl1pPr lvl="0" algn="ctr">
              <a:spcBef>
                <a:spcPts val="0"/>
              </a:spcBef>
              <a:spcAft>
                <a:spcPts val="0"/>
              </a:spcAft>
              <a:buClr>
                <a:srgbClr val="FFFFFF"/>
              </a:buClr>
              <a:buSzPts val="4000"/>
              <a:buFont typeface="Libre Franklin"/>
              <a:buNone/>
              <a:defRPr>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8" name="Shape 28"/>
        <p:cNvGrpSpPr/>
        <p:nvPr/>
      </p:nvGrpSpPr>
      <p:grpSpPr>
        <a:xfrm>
          <a:off x="0" y="0"/>
          <a:ext cx="0" cy="0"/>
          <a:chOff x="0" y="0"/>
          <a:chExt cx="0" cy="0"/>
        </a:xfrm>
      </p:grpSpPr>
      <p:sp>
        <p:nvSpPr>
          <p:cNvPr id="29" name="Google Shape;29;p3"/>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3"/>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33" name="Google Shape;33;p3"/>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rm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1_Title Slide">
    <p:spTree>
      <p:nvGrpSpPr>
        <p:cNvPr id="34" name="Shape 34"/>
        <p:cNvGrpSpPr/>
        <p:nvPr/>
      </p:nvGrpSpPr>
      <p:grpSpPr>
        <a:xfrm>
          <a:off x="0" y="0"/>
          <a:ext cx="0" cy="0"/>
          <a:chOff x="0" y="0"/>
          <a:chExt cx="0" cy="0"/>
        </a:xfrm>
      </p:grpSpPr>
      <p:sp>
        <p:nvSpPr>
          <p:cNvPr id="35" name="Google Shape;35;p4"/>
          <p:cNvSpPr/>
          <p:nvPr>
            <p:ph idx="2" type="pic"/>
          </p:nvPr>
        </p:nvSpPr>
        <p:spPr>
          <a:xfrm>
            <a:off x="3429000" y="1295400"/>
            <a:ext cx="2362200" cy="4267200"/>
          </a:xfrm>
          <a:prstGeom prst="rect">
            <a:avLst/>
          </a:prstGeom>
          <a:noFill/>
          <a:ln>
            <a:noFill/>
          </a:ln>
        </p:spPr>
      </p:sp>
      <p:sp>
        <p:nvSpPr>
          <p:cNvPr id="36" name="Google Shape;36;p4"/>
          <p:cNvSpPr txBox="1"/>
          <p:nvPr>
            <p:ph idx="1" type="body"/>
          </p:nvPr>
        </p:nvSpPr>
        <p:spPr>
          <a:xfrm>
            <a:off x="381000" y="76200"/>
            <a:ext cx="4191000" cy="1016000"/>
          </a:xfrm>
          <a:prstGeom prst="rect">
            <a:avLst/>
          </a:prstGeom>
          <a:noFill/>
          <a:ln>
            <a:noFill/>
          </a:ln>
        </p:spPr>
        <p:txBody>
          <a:bodyPr anchorCtr="0" anchor="t" bIns="91425" lIns="91425" spcFirstLastPara="1" rIns="91425" wrap="square" tIns="91425">
            <a:noAutofit/>
          </a:bodyPr>
          <a:lstStyle>
            <a:lvl1pPr indent="-228600" lvl="0" marL="457200" algn="l">
              <a:spcBef>
                <a:spcPts val="0"/>
              </a:spcBef>
              <a:spcAft>
                <a:spcPts val="0"/>
              </a:spcAft>
              <a:buClr>
                <a:srgbClr val="000000"/>
              </a:buClr>
              <a:buSzPts val="1400"/>
              <a:buFont typeface="Arial"/>
              <a:buNone/>
              <a:defRPr/>
            </a:lvl1pPr>
            <a:lvl2pPr indent="-342900" lvl="1" marL="914400" algn="l">
              <a:spcBef>
                <a:spcPts val="0"/>
              </a:spcBef>
              <a:spcAft>
                <a:spcPts val="0"/>
              </a:spcAft>
              <a:buClr>
                <a:srgbClr val="000000"/>
              </a:buClr>
              <a:buSzPts val="1800"/>
              <a:buChar char="–"/>
              <a:defRPr/>
            </a:lvl2pPr>
            <a:lvl3pPr indent="-342900" lvl="2" marL="1371600" algn="l">
              <a:spcBef>
                <a:spcPts val="0"/>
              </a:spcBef>
              <a:spcAft>
                <a:spcPts val="0"/>
              </a:spcAft>
              <a:buClr>
                <a:srgbClr val="000000"/>
              </a:buClr>
              <a:buSzPts val="1800"/>
              <a:buChar char="•"/>
              <a:defRPr/>
            </a:lvl3pPr>
            <a:lvl4pPr indent="-342900" lvl="3" marL="1828800" algn="l">
              <a:spcBef>
                <a:spcPts val="0"/>
              </a:spcBef>
              <a:spcAft>
                <a:spcPts val="0"/>
              </a:spcAft>
              <a:buClr>
                <a:srgbClr val="000000"/>
              </a:buClr>
              <a:buSzPts val="1800"/>
              <a:buChar char="–"/>
              <a:defRPr/>
            </a:lvl4pPr>
            <a:lvl5pPr indent="-342900" lvl="4" marL="2286000" algn="l">
              <a:spcBef>
                <a:spcPts val="0"/>
              </a:spcBef>
              <a:spcAft>
                <a:spcPts val="0"/>
              </a:spcAft>
              <a:buClr>
                <a:srgbClr val="000000"/>
              </a:buClr>
              <a:buSzPts val="1800"/>
              <a:buFont typeface="Libre Baskerville"/>
              <a:buChar char="»"/>
              <a:defRPr/>
            </a:lvl5pPr>
            <a:lvl6pPr indent="-228600" lvl="5" marL="2743200" algn="l">
              <a:lnSpc>
                <a:spcPct val="100000"/>
              </a:lnSpc>
              <a:spcBef>
                <a:spcPts val="0"/>
              </a:spcBef>
              <a:spcAft>
                <a:spcPts val="0"/>
              </a:spcAft>
              <a:buClr>
                <a:srgbClr val="000000"/>
              </a:buClr>
              <a:buSzPts val="1800"/>
              <a:buFont typeface="Libre Baskerville"/>
              <a:buNone/>
              <a:defRPr/>
            </a:lvl6pPr>
            <a:lvl7pPr indent="-228600" lvl="6" marL="3200400" algn="l">
              <a:lnSpc>
                <a:spcPct val="100000"/>
              </a:lnSpc>
              <a:spcBef>
                <a:spcPts val="0"/>
              </a:spcBef>
              <a:spcAft>
                <a:spcPts val="0"/>
              </a:spcAft>
              <a:buClr>
                <a:srgbClr val="000000"/>
              </a:buClr>
              <a:buSzPts val="1800"/>
              <a:buFont typeface="Libre Baskerville"/>
              <a:buNone/>
              <a:defRPr/>
            </a:lvl7pPr>
            <a:lvl8pPr indent="-228600" lvl="7" marL="3657600" algn="l">
              <a:lnSpc>
                <a:spcPct val="100000"/>
              </a:lnSpc>
              <a:spcBef>
                <a:spcPts val="0"/>
              </a:spcBef>
              <a:spcAft>
                <a:spcPts val="0"/>
              </a:spcAft>
              <a:buClr>
                <a:srgbClr val="000000"/>
              </a:buClr>
              <a:buSzPts val="1800"/>
              <a:buFont typeface="Libre Baskerville"/>
              <a:buNone/>
              <a:defRPr/>
            </a:lvl8pPr>
            <a:lvl9pPr indent="-228600" lvl="8" marL="4114800" algn="l">
              <a:lnSpc>
                <a:spcPct val="100000"/>
              </a:lnSpc>
              <a:spcBef>
                <a:spcPts val="0"/>
              </a:spcBef>
              <a:spcAft>
                <a:spcPts val="0"/>
              </a:spcAft>
              <a:buClr>
                <a:srgbClr val="000000"/>
              </a:buClr>
              <a:buSzPts val="1800"/>
              <a:buFont typeface="Libre Baskerville"/>
              <a:buNone/>
              <a:defRPr/>
            </a:lvl9pPr>
          </a:lstStyle>
          <a:p/>
        </p:txBody>
      </p:sp>
      <p:sp>
        <p:nvSpPr>
          <p:cNvPr id="37" name="Google Shape;37;p4"/>
          <p:cNvSpPr txBox="1"/>
          <p:nvPr>
            <p:ph idx="3" type="body"/>
          </p:nvPr>
        </p:nvSpPr>
        <p:spPr>
          <a:xfrm>
            <a:off x="4800600" y="76200"/>
            <a:ext cx="3276600" cy="1016000"/>
          </a:xfrm>
          <a:prstGeom prst="rect">
            <a:avLst/>
          </a:prstGeom>
          <a:noFill/>
          <a:ln>
            <a:noFill/>
          </a:ln>
        </p:spPr>
        <p:txBody>
          <a:bodyPr anchorCtr="0" anchor="t" bIns="91425" lIns="91425" spcFirstLastPara="1" rIns="91425" wrap="square" tIns="91425">
            <a:noAutofit/>
          </a:bodyPr>
          <a:lstStyle>
            <a:lvl1pPr indent="-228600" lvl="0" marL="457200" algn="l">
              <a:spcBef>
                <a:spcPts val="0"/>
              </a:spcBef>
              <a:spcAft>
                <a:spcPts val="0"/>
              </a:spcAft>
              <a:buClr>
                <a:srgbClr val="000000"/>
              </a:buClr>
              <a:buSzPts val="1400"/>
              <a:buFont typeface="Arial"/>
              <a:buNone/>
              <a:defRPr/>
            </a:lvl1pPr>
            <a:lvl2pPr indent="-342900" lvl="1" marL="914400" algn="l">
              <a:spcBef>
                <a:spcPts val="0"/>
              </a:spcBef>
              <a:spcAft>
                <a:spcPts val="0"/>
              </a:spcAft>
              <a:buClr>
                <a:srgbClr val="000000"/>
              </a:buClr>
              <a:buSzPts val="1800"/>
              <a:buChar char="–"/>
              <a:defRPr/>
            </a:lvl2pPr>
            <a:lvl3pPr indent="-342900" lvl="2" marL="1371600" algn="l">
              <a:spcBef>
                <a:spcPts val="0"/>
              </a:spcBef>
              <a:spcAft>
                <a:spcPts val="0"/>
              </a:spcAft>
              <a:buClr>
                <a:srgbClr val="000000"/>
              </a:buClr>
              <a:buSzPts val="1800"/>
              <a:buChar char="•"/>
              <a:defRPr/>
            </a:lvl3pPr>
            <a:lvl4pPr indent="-342900" lvl="3" marL="1828800" algn="l">
              <a:spcBef>
                <a:spcPts val="0"/>
              </a:spcBef>
              <a:spcAft>
                <a:spcPts val="0"/>
              </a:spcAft>
              <a:buClr>
                <a:srgbClr val="000000"/>
              </a:buClr>
              <a:buSzPts val="1800"/>
              <a:buChar char="–"/>
              <a:defRPr/>
            </a:lvl4pPr>
            <a:lvl5pPr indent="-342900" lvl="4" marL="2286000" algn="l">
              <a:spcBef>
                <a:spcPts val="0"/>
              </a:spcBef>
              <a:spcAft>
                <a:spcPts val="0"/>
              </a:spcAft>
              <a:buClr>
                <a:srgbClr val="000000"/>
              </a:buClr>
              <a:buSzPts val="1800"/>
              <a:buFont typeface="Libre Baskerville"/>
              <a:buChar char="»"/>
              <a:defRPr/>
            </a:lvl5pPr>
            <a:lvl6pPr indent="-228600" lvl="5" marL="2743200" algn="l">
              <a:lnSpc>
                <a:spcPct val="100000"/>
              </a:lnSpc>
              <a:spcBef>
                <a:spcPts val="0"/>
              </a:spcBef>
              <a:spcAft>
                <a:spcPts val="0"/>
              </a:spcAft>
              <a:buClr>
                <a:srgbClr val="000000"/>
              </a:buClr>
              <a:buSzPts val="1800"/>
              <a:buFont typeface="Libre Baskerville"/>
              <a:buNone/>
              <a:defRPr/>
            </a:lvl6pPr>
            <a:lvl7pPr indent="-228600" lvl="6" marL="3200400" algn="l">
              <a:lnSpc>
                <a:spcPct val="100000"/>
              </a:lnSpc>
              <a:spcBef>
                <a:spcPts val="0"/>
              </a:spcBef>
              <a:spcAft>
                <a:spcPts val="0"/>
              </a:spcAft>
              <a:buClr>
                <a:srgbClr val="000000"/>
              </a:buClr>
              <a:buSzPts val="1800"/>
              <a:buFont typeface="Libre Baskerville"/>
              <a:buNone/>
              <a:defRPr/>
            </a:lvl7pPr>
            <a:lvl8pPr indent="-228600" lvl="7" marL="3657600" algn="l">
              <a:lnSpc>
                <a:spcPct val="100000"/>
              </a:lnSpc>
              <a:spcBef>
                <a:spcPts val="0"/>
              </a:spcBef>
              <a:spcAft>
                <a:spcPts val="0"/>
              </a:spcAft>
              <a:buClr>
                <a:srgbClr val="000000"/>
              </a:buClr>
              <a:buSzPts val="1800"/>
              <a:buFont typeface="Libre Baskerville"/>
              <a:buNone/>
              <a:defRPr/>
            </a:lvl8pPr>
            <a:lvl9pPr indent="-228600" lvl="8" marL="4114800" algn="l">
              <a:lnSpc>
                <a:spcPct val="100000"/>
              </a:lnSpc>
              <a:spcBef>
                <a:spcPts val="0"/>
              </a:spcBef>
              <a:spcAft>
                <a:spcPts val="0"/>
              </a:spcAft>
              <a:buClr>
                <a:srgbClr val="000000"/>
              </a:buClr>
              <a:buSzPts val="1800"/>
              <a:buFont typeface="Libre Baskerville"/>
              <a:buNone/>
              <a:defRPr/>
            </a:lvl9pPr>
          </a:lstStyle>
          <a:p/>
        </p:txBody>
      </p:sp>
      <p:sp>
        <p:nvSpPr>
          <p:cNvPr id="38" name="Google Shape;38;p4"/>
          <p:cNvSpPr txBox="1"/>
          <p:nvPr>
            <p:ph idx="10" type="dt"/>
          </p:nvPr>
        </p:nvSpPr>
        <p:spPr>
          <a:xfrm>
            <a:off x="7772401" y="6136218"/>
            <a:ext cx="766763" cy="368300"/>
          </a:xfrm>
          <a:prstGeom prst="rect">
            <a:avLst/>
          </a:prstGeom>
          <a:noFill/>
          <a:ln>
            <a:noFill/>
          </a:ln>
        </p:spPr>
        <p:txBody>
          <a:bodyPr anchorCtr="0" anchor="ctr" bIns="91425" lIns="91425" spcFirstLastPara="1" rIns="91425" wrap="square" tIns="91425">
            <a:noAutofit/>
          </a:bodyPr>
          <a:lstStyle>
            <a:lvl1pPr lvl="0" algn="r">
              <a:spcBef>
                <a:spcPts val="0"/>
              </a:spcBef>
              <a:spcAft>
                <a:spcPts val="0"/>
              </a:spcAft>
              <a:buClr>
                <a:schemeClr val="dk2"/>
              </a:buClr>
              <a:buSzPts val="1400"/>
              <a:buFont typeface="Libre Baskerville"/>
              <a:buNone/>
              <a:defRPr/>
            </a:lvl1pPr>
            <a:lvl2pPr lvl="1" algn="l">
              <a:spcBef>
                <a:spcPts val="0"/>
              </a:spcBef>
              <a:spcAft>
                <a:spcPts val="0"/>
              </a:spcAft>
              <a:buClr>
                <a:schemeClr val="dk1"/>
              </a:buClr>
              <a:buSzPts val="1400"/>
              <a:buFont typeface="Libre Baskerville"/>
              <a:buNone/>
              <a:defRPr/>
            </a:lvl2pPr>
            <a:lvl3pPr lvl="2" algn="l">
              <a:spcBef>
                <a:spcPts val="0"/>
              </a:spcBef>
              <a:spcAft>
                <a:spcPts val="0"/>
              </a:spcAft>
              <a:buClr>
                <a:schemeClr val="dk1"/>
              </a:buClr>
              <a:buSzPts val="1400"/>
              <a:buFont typeface="Libre Baskerville"/>
              <a:buNone/>
              <a:defRPr/>
            </a:lvl3pPr>
            <a:lvl4pPr lvl="3" algn="l">
              <a:spcBef>
                <a:spcPts val="0"/>
              </a:spcBef>
              <a:spcAft>
                <a:spcPts val="0"/>
              </a:spcAft>
              <a:buClr>
                <a:schemeClr val="dk1"/>
              </a:buClr>
              <a:buSzPts val="1400"/>
              <a:buFont typeface="Libre Baskerville"/>
              <a:buNone/>
              <a:defRPr/>
            </a:lvl4pPr>
            <a:lvl5pPr lvl="4" algn="l">
              <a:spcBef>
                <a:spcPts val="0"/>
              </a:spcBef>
              <a:spcAft>
                <a:spcPts val="0"/>
              </a:spcAft>
              <a:buClr>
                <a:schemeClr val="dk1"/>
              </a:buClr>
              <a:buSzPts val="1400"/>
              <a:buFont typeface="Libre Baskerville"/>
              <a:buNone/>
              <a:defRPr/>
            </a:lvl5pPr>
            <a:lvl6pPr lvl="5" algn="l">
              <a:spcBef>
                <a:spcPts val="0"/>
              </a:spcBef>
              <a:spcAft>
                <a:spcPts val="0"/>
              </a:spcAft>
              <a:buClr>
                <a:schemeClr val="dk1"/>
              </a:buClr>
              <a:buSzPts val="1400"/>
              <a:buFont typeface="Libre Baskerville"/>
              <a:buNone/>
              <a:defRPr/>
            </a:lvl6pPr>
            <a:lvl7pPr lvl="6" algn="l">
              <a:spcBef>
                <a:spcPts val="0"/>
              </a:spcBef>
              <a:spcAft>
                <a:spcPts val="0"/>
              </a:spcAft>
              <a:buClr>
                <a:schemeClr val="dk1"/>
              </a:buClr>
              <a:buSzPts val="1400"/>
              <a:buFont typeface="Libre Baskerville"/>
              <a:buNone/>
              <a:defRPr/>
            </a:lvl7pPr>
            <a:lvl8pPr lvl="7" algn="l">
              <a:spcBef>
                <a:spcPts val="0"/>
              </a:spcBef>
              <a:spcAft>
                <a:spcPts val="0"/>
              </a:spcAft>
              <a:buClr>
                <a:schemeClr val="dk1"/>
              </a:buClr>
              <a:buSzPts val="1400"/>
              <a:buFont typeface="Libre Baskerville"/>
              <a:buNone/>
              <a:defRPr/>
            </a:lvl8pPr>
            <a:lvl9pPr lvl="8" algn="l">
              <a:spcBef>
                <a:spcPts val="0"/>
              </a:spcBef>
              <a:spcAft>
                <a:spcPts val="0"/>
              </a:spcAft>
              <a:buClr>
                <a:schemeClr val="dk1"/>
              </a:buClr>
              <a:buSzPts val="1400"/>
              <a:buFont typeface="Libre Baskerville"/>
              <a:buNone/>
              <a:defRPr/>
            </a:lvl9pPr>
          </a:lstStyle>
          <a:p/>
        </p:txBody>
      </p:sp>
      <p:sp>
        <p:nvSpPr>
          <p:cNvPr id="39" name="Google Shape;39;p4"/>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lvl1pPr lvl="0" algn="l">
              <a:spcBef>
                <a:spcPts val="0"/>
              </a:spcBef>
              <a:spcAft>
                <a:spcPts val="0"/>
              </a:spcAft>
              <a:buClr>
                <a:schemeClr val="dk2"/>
              </a:buClr>
              <a:buSzPts val="1400"/>
              <a:buFont typeface="Libre Baskerville"/>
              <a:buNone/>
              <a:defRPr/>
            </a:lvl1pPr>
            <a:lvl2pPr lvl="1" algn="l">
              <a:spcBef>
                <a:spcPts val="0"/>
              </a:spcBef>
              <a:spcAft>
                <a:spcPts val="0"/>
              </a:spcAft>
              <a:buClr>
                <a:schemeClr val="dk1"/>
              </a:buClr>
              <a:buSzPts val="1400"/>
              <a:buFont typeface="Libre Baskerville"/>
              <a:buNone/>
              <a:defRPr/>
            </a:lvl2pPr>
            <a:lvl3pPr lvl="2" algn="l">
              <a:spcBef>
                <a:spcPts val="0"/>
              </a:spcBef>
              <a:spcAft>
                <a:spcPts val="0"/>
              </a:spcAft>
              <a:buClr>
                <a:schemeClr val="dk1"/>
              </a:buClr>
              <a:buSzPts val="1400"/>
              <a:buFont typeface="Libre Baskerville"/>
              <a:buNone/>
              <a:defRPr/>
            </a:lvl3pPr>
            <a:lvl4pPr lvl="3" algn="l">
              <a:spcBef>
                <a:spcPts val="0"/>
              </a:spcBef>
              <a:spcAft>
                <a:spcPts val="0"/>
              </a:spcAft>
              <a:buClr>
                <a:schemeClr val="dk1"/>
              </a:buClr>
              <a:buSzPts val="1400"/>
              <a:buFont typeface="Libre Baskerville"/>
              <a:buNone/>
              <a:defRPr/>
            </a:lvl4pPr>
            <a:lvl5pPr lvl="4" algn="l">
              <a:spcBef>
                <a:spcPts val="0"/>
              </a:spcBef>
              <a:spcAft>
                <a:spcPts val="0"/>
              </a:spcAft>
              <a:buClr>
                <a:schemeClr val="dk1"/>
              </a:buClr>
              <a:buSzPts val="1400"/>
              <a:buFont typeface="Libre Baskerville"/>
              <a:buNone/>
              <a:defRPr/>
            </a:lvl5pPr>
            <a:lvl6pPr lvl="5" algn="l">
              <a:spcBef>
                <a:spcPts val="0"/>
              </a:spcBef>
              <a:spcAft>
                <a:spcPts val="0"/>
              </a:spcAft>
              <a:buClr>
                <a:schemeClr val="dk1"/>
              </a:buClr>
              <a:buSzPts val="1400"/>
              <a:buFont typeface="Libre Baskerville"/>
              <a:buNone/>
              <a:defRPr/>
            </a:lvl6pPr>
            <a:lvl7pPr lvl="6" algn="l">
              <a:spcBef>
                <a:spcPts val="0"/>
              </a:spcBef>
              <a:spcAft>
                <a:spcPts val="0"/>
              </a:spcAft>
              <a:buClr>
                <a:schemeClr val="dk1"/>
              </a:buClr>
              <a:buSzPts val="1400"/>
              <a:buFont typeface="Libre Baskerville"/>
              <a:buNone/>
              <a:defRPr/>
            </a:lvl7pPr>
            <a:lvl8pPr lvl="7" algn="l">
              <a:spcBef>
                <a:spcPts val="0"/>
              </a:spcBef>
              <a:spcAft>
                <a:spcPts val="0"/>
              </a:spcAft>
              <a:buClr>
                <a:schemeClr val="dk1"/>
              </a:buClr>
              <a:buSzPts val="1400"/>
              <a:buFont typeface="Libre Baskerville"/>
              <a:buNone/>
              <a:defRPr/>
            </a:lvl8pPr>
            <a:lvl9pPr lvl="8" algn="l">
              <a:spcBef>
                <a:spcPts val="0"/>
              </a:spcBef>
              <a:spcAft>
                <a:spcPts val="0"/>
              </a:spcAft>
              <a:buClr>
                <a:schemeClr val="dk1"/>
              </a:buClr>
              <a:buSzPts val="1400"/>
              <a:buFont typeface="Libre Baskerville"/>
              <a:buNone/>
              <a:defRPr/>
            </a:lvl9pPr>
          </a:lstStyle>
          <a:p/>
        </p:txBody>
      </p:sp>
      <p:sp>
        <p:nvSpPr>
          <p:cNvPr id="40" name="Google Shape;40;p4"/>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1pPr>
            <a:lvl2pPr indent="0" lvl="1"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2pPr>
            <a:lvl3pPr indent="0" lvl="2"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3pPr>
            <a:lvl4pPr indent="0" lvl="3"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4pPr>
            <a:lvl5pPr indent="0" lvl="4"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5pPr>
            <a:lvl6pPr indent="0" lvl="5"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6pPr>
            <a:lvl7pPr indent="0" lvl="6"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7pPr>
            <a:lvl8pPr indent="0" lvl="7"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8pPr>
            <a:lvl9pPr indent="0" lvl="8" marL="0" marR="0" algn="r">
              <a:spcBef>
                <a:spcPts val="0"/>
              </a:spcBef>
              <a:spcAft>
                <a:spcPts val="0"/>
              </a:spcAft>
              <a:buClr>
                <a:srgbClr val="FEFFFF"/>
              </a:buClr>
              <a:buSzPts val="2000"/>
              <a:buFont typeface="Century Gothic"/>
              <a:buNone/>
              <a:defRPr b="1" i="1"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r>
              <a:rPr lang="en-US"/>
              <a:t>1</a:t>
            </a:r>
            <a:endParaRPr b="0" i="0" sz="1400">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1" name="Shape 41"/>
        <p:cNvGrpSpPr/>
        <p:nvPr/>
      </p:nvGrpSpPr>
      <p:grpSpPr>
        <a:xfrm>
          <a:off x="0" y="0"/>
          <a:ext cx="0" cy="0"/>
          <a:chOff x="0" y="0"/>
          <a:chExt cx="0" cy="0"/>
        </a:xfrm>
      </p:grpSpPr>
      <p:sp>
        <p:nvSpPr>
          <p:cNvPr id="42" name="Google Shape;42;p5"/>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blipFill rotWithShape="1">
          <a:blip r:embed="rId2">
            <a:alphaModFix/>
          </a:blip>
          <a:tile algn="tl" flip="none" tx="0" sx="55000" ty="0" sy="55000"/>
        </a:blipFill>
      </p:bgPr>
    </p:bg>
    <p:spTree>
      <p:nvGrpSpPr>
        <p:cNvPr id="45" name="Shape 45"/>
        <p:cNvGrpSpPr/>
        <p:nvPr/>
      </p:nvGrpSpPr>
      <p:grpSpPr>
        <a:xfrm>
          <a:off x="0" y="0"/>
          <a:ext cx="0" cy="0"/>
          <a:chOff x="0" y="0"/>
          <a:chExt cx="0" cy="0"/>
        </a:xfrm>
      </p:grpSpPr>
      <p:sp>
        <p:nvSpPr>
          <p:cNvPr id="46" name="Google Shape;46;p6"/>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47" name="Google Shape;47;p6"/>
          <p:cNvSpPr/>
          <p:nvPr/>
        </p:nvSpPr>
        <p:spPr>
          <a:xfrm>
            <a:off x="65313" y="69755"/>
            <a:ext cx="9013372" cy="6692201"/>
          </a:xfrm>
          <a:prstGeom prst="roundRect">
            <a:avLst>
              <a:gd fmla="val 4929" name="adj"/>
            </a:avLst>
          </a:prstGeom>
          <a:blipFill rotWithShape="1">
            <a:blip r:embed="rId2">
              <a:alphaModFix/>
            </a:blip>
            <a:tile algn="tl" flip="none" tx="0" sx="55000" ty="0" sy="55000"/>
          </a:blip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48" name="Google Shape;48;p6"/>
          <p:cNvSpPr txBox="1"/>
          <p:nvPr>
            <p:ph type="title"/>
          </p:nvPr>
        </p:nvSpPr>
        <p:spPr>
          <a:xfrm>
            <a:off x="722313" y="952500"/>
            <a:ext cx="7772400" cy="1362075"/>
          </a:xfrm>
          <a:prstGeom prst="rect">
            <a:avLst/>
          </a:prstGeom>
          <a:noFill/>
          <a:ln>
            <a:noFill/>
          </a:ln>
        </p:spPr>
        <p:txBody>
          <a:bodyPr anchorCtr="0" anchor="b" bIns="91425" lIns="91425" spcFirstLastPara="1" rIns="91425" wrap="square" tIns="45700">
            <a:normAutofit/>
          </a:bodyPr>
          <a:lstStyle>
            <a:lvl1pPr lvl="0" algn="l">
              <a:spcBef>
                <a:spcPts val="0"/>
              </a:spcBef>
              <a:spcAft>
                <a:spcPts val="0"/>
              </a:spcAft>
              <a:buClr>
                <a:schemeClr val="dk2"/>
              </a:buClr>
              <a:buSzPts val="4000"/>
              <a:buFont typeface="Libre Franklin"/>
              <a:buNone/>
              <a:defRPr b="0"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6"/>
          <p:cNvSpPr txBox="1"/>
          <p:nvPr>
            <p:ph idx="1" type="body"/>
          </p:nvPr>
        </p:nvSpPr>
        <p:spPr>
          <a:xfrm>
            <a:off x="722313" y="2547938"/>
            <a:ext cx="7772400" cy="1338262"/>
          </a:xfrm>
          <a:prstGeom prst="rect">
            <a:avLst/>
          </a:prstGeom>
          <a:noFill/>
          <a:ln>
            <a:noFill/>
          </a:ln>
        </p:spPr>
        <p:txBody>
          <a:bodyPr anchorCtr="0" anchor="t" bIns="45700" lIns="91425" spcFirstLastPara="1" rIns="91425" wrap="square" tIns="45700">
            <a:normAutofit/>
          </a:bodyPr>
          <a:lstStyle>
            <a:lvl1pPr indent="-228600" lvl="0" marL="457200" algn="l">
              <a:spcBef>
                <a:spcPts val="580"/>
              </a:spcBef>
              <a:spcAft>
                <a:spcPts val="0"/>
              </a:spcAft>
              <a:buSzPts val="2040"/>
              <a:buNone/>
              <a:defRPr sz="2400">
                <a:solidFill>
                  <a:srgbClr val="888888"/>
                </a:solidFill>
              </a:defRPr>
            </a:lvl1pPr>
            <a:lvl2pPr indent="-228600" lvl="1" marL="914400" algn="l">
              <a:spcBef>
                <a:spcPts val="370"/>
              </a:spcBef>
              <a:spcAft>
                <a:spcPts val="0"/>
              </a:spcAft>
              <a:buSzPts val="1530"/>
              <a:buNone/>
              <a:defRPr sz="1800">
                <a:solidFill>
                  <a:srgbClr val="888888"/>
                </a:solidFill>
              </a:defRPr>
            </a:lvl2pPr>
            <a:lvl3pPr indent="-228600" lvl="2" marL="1371600" algn="l">
              <a:spcBef>
                <a:spcPts val="370"/>
              </a:spcBef>
              <a:spcAft>
                <a:spcPts val="0"/>
              </a:spcAft>
              <a:buSzPts val="1360"/>
              <a:buNone/>
              <a:defRPr sz="1600">
                <a:solidFill>
                  <a:srgbClr val="888888"/>
                </a:solidFill>
              </a:defRPr>
            </a:lvl3pPr>
            <a:lvl4pPr indent="-228600" lvl="3" marL="1828800" algn="l">
              <a:spcBef>
                <a:spcPts val="370"/>
              </a:spcBef>
              <a:spcAft>
                <a:spcPts val="0"/>
              </a:spcAft>
              <a:buSzPts val="1120"/>
              <a:buNone/>
              <a:defRPr sz="1400">
                <a:solidFill>
                  <a:srgbClr val="888888"/>
                </a:solidFill>
              </a:defRPr>
            </a:lvl4pPr>
            <a:lvl5pPr indent="-228600" lvl="4" marL="2286000" algn="l">
              <a:spcBef>
                <a:spcPts val="370"/>
              </a:spcBef>
              <a:spcAft>
                <a:spcPts val="0"/>
              </a:spcAft>
              <a:buSzPts val="1400"/>
              <a:buFont typeface="Libre Baskerville"/>
              <a:buNone/>
              <a:defRPr sz="1400">
                <a:solidFill>
                  <a:srgbClr val="888888"/>
                </a:solidFill>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50" name="Google Shape;50;p6"/>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6"/>
          <p:cNvSpPr txBox="1"/>
          <p:nvPr>
            <p:ph idx="11" type="ftr"/>
          </p:nvPr>
        </p:nvSpPr>
        <p:spPr>
          <a:xfrm>
            <a:off x="800100" y="6172200"/>
            <a:ext cx="40005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
          <p:cNvSpPr/>
          <p:nvPr/>
        </p:nvSpPr>
        <p:spPr>
          <a:xfrm flipH="1" rot="10800000">
            <a:off x="69412" y="2376830"/>
            <a:ext cx="9013515"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53" name="Google Shape;53;p6"/>
          <p:cNvSpPr/>
          <p:nvPr/>
        </p:nvSpPr>
        <p:spPr>
          <a:xfrm>
            <a:off x="69146" y="2341475"/>
            <a:ext cx="9013781" cy="45719"/>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54" name="Google Shape;54;p6"/>
          <p:cNvSpPr/>
          <p:nvPr/>
        </p:nvSpPr>
        <p:spPr>
          <a:xfrm>
            <a:off x="68306" y="2468880"/>
            <a:ext cx="9014621" cy="4572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55" name="Google Shape;55;p6"/>
          <p:cNvSpPr/>
          <p:nvPr>
            <p:ph idx="12" type="sldNum"/>
          </p:nvPr>
        </p:nvSpPr>
        <p:spPr>
          <a:xfrm>
            <a:off x="146304" y="6208776"/>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6" name="Shape 56"/>
        <p:cNvGrpSpPr/>
        <p:nvPr/>
      </p:nvGrpSpPr>
      <p:grpSpPr>
        <a:xfrm>
          <a:off x="0" y="0"/>
          <a:ext cx="0" cy="0"/>
          <a:chOff x="0" y="0"/>
          <a:chExt cx="0" cy="0"/>
        </a:xfrm>
      </p:grpSpPr>
      <p:sp>
        <p:nvSpPr>
          <p:cNvPr id="57" name="Google Shape;57;p7"/>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7"/>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7"/>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7"/>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61" name="Google Shape;61;p7"/>
          <p:cNvSpPr txBox="1"/>
          <p:nvPr>
            <p:ph idx="1" type="body"/>
          </p:nvPr>
        </p:nvSpPr>
        <p:spPr>
          <a:xfrm>
            <a:off x="914400" y="1447800"/>
            <a:ext cx="3749040" cy="4572000"/>
          </a:xfrm>
          <a:prstGeom prst="rect">
            <a:avLst/>
          </a:prstGeom>
          <a:noFill/>
          <a:ln>
            <a:noFill/>
          </a:ln>
        </p:spPr>
        <p:txBody>
          <a:bodyPr anchorCtr="0" anchor="t" bIns="45700" lIns="91425" spcFirstLastPara="1" rIns="91425" wrap="square" tIns="45700">
            <a:norm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62" name="Google Shape;62;p7"/>
          <p:cNvSpPr txBox="1"/>
          <p:nvPr>
            <p:ph idx="2" type="body"/>
          </p:nvPr>
        </p:nvSpPr>
        <p:spPr>
          <a:xfrm>
            <a:off x="4933950" y="1447800"/>
            <a:ext cx="3749040" cy="4572000"/>
          </a:xfrm>
          <a:prstGeom prst="rect">
            <a:avLst/>
          </a:prstGeom>
          <a:noFill/>
          <a:ln>
            <a:noFill/>
          </a:ln>
        </p:spPr>
        <p:txBody>
          <a:bodyPr anchorCtr="0" anchor="t" bIns="45700" lIns="91425" spcFirstLastPara="1" rIns="91425" wrap="square" tIns="45700">
            <a:norm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3" name="Shape 63"/>
        <p:cNvGrpSpPr/>
        <p:nvPr/>
      </p:nvGrpSpPr>
      <p:grpSpPr>
        <a:xfrm>
          <a:off x="0" y="0"/>
          <a:ext cx="0" cy="0"/>
          <a:chOff x="0" y="0"/>
          <a:chExt cx="0" cy="0"/>
        </a:xfrm>
      </p:grpSpPr>
      <p:sp>
        <p:nvSpPr>
          <p:cNvPr id="64" name="Google Shape;64;p8"/>
          <p:cNvSpPr txBox="1"/>
          <p:nvPr>
            <p:ph type="title"/>
          </p:nvPr>
        </p:nvSpPr>
        <p:spPr>
          <a:xfrm>
            <a:off x="914400" y="273050"/>
            <a:ext cx="7772400" cy="1143000"/>
          </a:xfrm>
          <a:prstGeom prst="rect">
            <a:avLst/>
          </a:prstGeom>
          <a:noFill/>
          <a:ln>
            <a:noFill/>
          </a:ln>
        </p:spPr>
        <p:txBody>
          <a:bodyPr anchorCtr="0" anchor="b" bIns="91425" lIns="91425" spcFirstLastPara="1" rIns="91425" wrap="square" tIns="45700">
            <a:normAutofit/>
          </a:bodyPr>
          <a:lstStyle>
            <a:lvl1pPr lvl="0" algn="l">
              <a:spcBef>
                <a:spcPts val="0"/>
              </a:spcBef>
              <a:spcAft>
                <a:spcPts val="0"/>
              </a:spcAft>
              <a:buClr>
                <a:schemeClr val="dk2"/>
              </a:buClr>
              <a:buSzPts val="4000"/>
              <a:buFont typeface="Libre Franklin"/>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8"/>
          <p:cNvSpPr txBox="1"/>
          <p:nvPr>
            <p:ph idx="1" type="body"/>
          </p:nvPr>
        </p:nvSpPr>
        <p:spPr>
          <a:xfrm>
            <a:off x="914400" y="1447800"/>
            <a:ext cx="3733800" cy="762000"/>
          </a:xfrm>
          <a:prstGeom prst="rect">
            <a:avLst/>
          </a:prstGeom>
          <a:noFill/>
          <a:ln>
            <a:noFill/>
          </a:ln>
        </p:spPr>
        <p:txBody>
          <a:bodyPr anchorCtr="0" anchor="b" bIns="45700" lIns="91425" spcFirstLastPara="1" rIns="91425" wrap="square" tIns="45700">
            <a:noAutofit/>
          </a:bodyPr>
          <a:lstStyle>
            <a:lvl1pPr indent="-228600" lvl="0" marL="457200" algn="l">
              <a:spcBef>
                <a:spcPts val="580"/>
              </a:spcBef>
              <a:spcAft>
                <a:spcPts val="0"/>
              </a:spcAft>
              <a:buSzPts val="2040"/>
              <a:buNone/>
              <a:defRPr b="1" sz="2400">
                <a:solidFill>
                  <a:schemeClr val="accent1"/>
                </a:solidFill>
                <a:latin typeface="Libre Franklin"/>
                <a:ea typeface="Libre Franklin"/>
                <a:cs typeface="Libre Franklin"/>
                <a:sym typeface="Libre Franklin"/>
              </a:defRPr>
            </a:lvl1pPr>
            <a:lvl2pPr indent="-228600" lvl="1" marL="914400" algn="l">
              <a:spcBef>
                <a:spcPts val="370"/>
              </a:spcBef>
              <a:spcAft>
                <a:spcPts val="0"/>
              </a:spcAft>
              <a:buSzPts val="1700"/>
              <a:buNone/>
              <a:defRPr b="1" sz="2000"/>
            </a:lvl2pPr>
            <a:lvl3pPr indent="-228600" lvl="2" marL="1371600" algn="l">
              <a:spcBef>
                <a:spcPts val="370"/>
              </a:spcBef>
              <a:spcAft>
                <a:spcPts val="0"/>
              </a:spcAft>
              <a:buSzPts val="1530"/>
              <a:buNone/>
              <a:defRPr b="1" sz="1800"/>
            </a:lvl3pPr>
            <a:lvl4pPr indent="-228600" lvl="3" marL="1828800" algn="l">
              <a:spcBef>
                <a:spcPts val="370"/>
              </a:spcBef>
              <a:spcAft>
                <a:spcPts val="0"/>
              </a:spcAft>
              <a:buSzPts val="1280"/>
              <a:buNone/>
              <a:defRPr b="1" sz="1600"/>
            </a:lvl4pPr>
            <a:lvl5pPr indent="-228600" lvl="4" marL="2286000" algn="l">
              <a:spcBef>
                <a:spcPts val="370"/>
              </a:spcBef>
              <a:spcAft>
                <a:spcPts val="0"/>
              </a:spcAft>
              <a:buSzPts val="1600"/>
              <a:buFont typeface="Libre Baskerville"/>
              <a:buNone/>
              <a:defRPr b="1" sz="1600"/>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66" name="Google Shape;66;p8"/>
          <p:cNvSpPr txBox="1"/>
          <p:nvPr>
            <p:ph idx="2" type="body"/>
          </p:nvPr>
        </p:nvSpPr>
        <p:spPr>
          <a:xfrm>
            <a:off x="4953000" y="1447800"/>
            <a:ext cx="3733800" cy="762000"/>
          </a:xfrm>
          <a:prstGeom prst="rect">
            <a:avLst/>
          </a:prstGeom>
          <a:noFill/>
          <a:ln>
            <a:noFill/>
          </a:ln>
        </p:spPr>
        <p:txBody>
          <a:bodyPr anchorCtr="0" anchor="b" bIns="45700" lIns="91425" spcFirstLastPara="1" rIns="91425" wrap="square" tIns="45700">
            <a:noAutofit/>
          </a:bodyPr>
          <a:lstStyle>
            <a:lvl1pPr indent="-228600" lvl="0" marL="457200" algn="l">
              <a:spcBef>
                <a:spcPts val="580"/>
              </a:spcBef>
              <a:spcAft>
                <a:spcPts val="0"/>
              </a:spcAft>
              <a:buSzPts val="2040"/>
              <a:buNone/>
              <a:defRPr b="1" sz="2400">
                <a:solidFill>
                  <a:schemeClr val="accent1"/>
                </a:solidFill>
                <a:latin typeface="Libre Franklin"/>
                <a:ea typeface="Libre Franklin"/>
                <a:cs typeface="Libre Franklin"/>
                <a:sym typeface="Libre Franklin"/>
              </a:defRPr>
            </a:lvl1pPr>
            <a:lvl2pPr indent="-228600" lvl="1" marL="914400" algn="l">
              <a:spcBef>
                <a:spcPts val="370"/>
              </a:spcBef>
              <a:spcAft>
                <a:spcPts val="0"/>
              </a:spcAft>
              <a:buSzPts val="1700"/>
              <a:buNone/>
              <a:defRPr b="1" sz="2000"/>
            </a:lvl2pPr>
            <a:lvl3pPr indent="-228600" lvl="2" marL="1371600" algn="l">
              <a:spcBef>
                <a:spcPts val="370"/>
              </a:spcBef>
              <a:spcAft>
                <a:spcPts val="0"/>
              </a:spcAft>
              <a:buSzPts val="1530"/>
              <a:buNone/>
              <a:defRPr b="1" sz="1800"/>
            </a:lvl3pPr>
            <a:lvl4pPr indent="-228600" lvl="3" marL="1828800" algn="l">
              <a:spcBef>
                <a:spcPts val="370"/>
              </a:spcBef>
              <a:spcAft>
                <a:spcPts val="0"/>
              </a:spcAft>
              <a:buSzPts val="1280"/>
              <a:buNone/>
              <a:defRPr b="1" sz="1600"/>
            </a:lvl4pPr>
            <a:lvl5pPr indent="-228600" lvl="4" marL="2286000" algn="l">
              <a:spcBef>
                <a:spcPts val="370"/>
              </a:spcBef>
              <a:spcAft>
                <a:spcPts val="0"/>
              </a:spcAft>
              <a:buSzPts val="1600"/>
              <a:buFont typeface="Libre Baskerville"/>
              <a:buNone/>
              <a:defRPr b="1" sz="1600"/>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67" name="Google Shape;67;p8"/>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8"/>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8"/>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70" name="Google Shape;70;p8"/>
          <p:cNvSpPr txBox="1"/>
          <p:nvPr>
            <p:ph idx="3" type="body"/>
          </p:nvPr>
        </p:nvSpPr>
        <p:spPr>
          <a:xfrm>
            <a:off x="914400" y="2247900"/>
            <a:ext cx="3733800" cy="3886200"/>
          </a:xfrm>
          <a:prstGeom prst="rect">
            <a:avLst/>
          </a:prstGeom>
          <a:noFill/>
          <a:ln>
            <a:noFill/>
          </a:ln>
        </p:spPr>
        <p:txBody>
          <a:bodyPr anchorCtr="0" anchor="t" bIns="45700" lIns="91425" spcFirstLastPara="1" rIns="91425" wrap="square" tIns="45700">
            <a:norm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71" name="Google Shape;71;p8"/>
          <p:cNvSpPr txBox="1"/>
          <p:nvPr>
            <p:ph idx="4" type="body"/>
          </p:nvPr>
        </p:nvSpPr>
        <p:spPr>
          <a:xfrm>
            <a:off x="4953000" y="2247900"/>
            <a:ext cx="3733800" cy="3886200"/>
          </a:xfrm>
          <a:prstGeom prst="rect">
            <a:avLst/>
          </a:prstGeom>
          <a:noFill/>
          <a:ln>
            <a:noFill/>
          </a:ln>
        </p:spPr>
        <p:txBody>
          <a:bodyPr anchorCtr="0" anchor="t" bIns="45700" lIns="91425" spcFirstLastPara="1" rIns="91425" wrap="square" tIns="45700">
            <a:norm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9"/>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9"/>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9"/>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9"/>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7" name="Shape 77"/>
        <p:cNvGrpSpPr/>
        <p:nvPr/>
      </p:nvGrpSpPr>
      <p:grpSpPr>
        <a:xfrm>
          <a:off x="0" y="0"/>
          <a:ext cx="0" cy="0"/>
          <a:chOff x="0" y="0"/>
          <a:chExt cx="0" cy="0"/>
        </a:xfrm>
      </p:grpSpPr>
      <p:sp>
        <p:nvSpPr>
          <p:cNvPr id="78" name="Google Shape;78;p10"/>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79" name="Google Shape;79;p10"/>
          <p:cNvSpPr/>
          <p:nvPr/>
        </p:nvSpPr>
        <p:spPr>
          <a:xfrm>
            <a:off x="64008" y="69755"/>
            <a:ext cx="9013372" cy="6693408"/>
          </a:xfrm>
          <a:prstGeom prst="roundRect">
            <a:avLst>
              <a:gd fmla="val 4929" name="adj"/>
            </a:avLst>
          </a:prstGeom>
          <a:solidFill>
            <a:schemeClr val="lt1"/>
          </a:solid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80" name="Google Shape;80;p10"/>
          <p:cNvSpPr txBox="1"/>
          <p:nvPr>
            <p:ph type="title"/>
          </p:nvPr>
        </p:nvSpPr>
        <p:spPr>
          <a:xfrm>
            <a:off x="914400" y="273050"/>
            <a:ext cx="7772400" cy="1143000"/>
          </a:xfrm>
          <a:prstGeom prst="rect">
            <a:avLst/>
          </a:prstGeom>
          <a:noFill/>
          <a:ln>
            <a:noFill/>
          </a:ln>
        </p:spPr>
        <p:txBody>
          <a:bodyPr anchorCtr="0" anchor="b" bIns="91425" lIns="91425" spcFirstLastPara="1" rIns="91425" wrap="square" tIns="45700">
            <a:normAutofit/>
          </a:bodyPr>
          <a:lstStyle>
            <a:lvl1pPr lvl="0" algn="l">
              <a:spcBef>
                <a:spcPts val="0"/>
              </a:spcBef>
              <a:spcAft>
                <a:spcPts val="0"/>
              </a:spcAft>
              <a:buClr>
                <a:schemeClr val="dk2"/>
              </a:buClr>
              <a:buSzPts val="4000"/>
              <a:buFont typeface="Libre Franklin"/>
              <a:buNone/>
              <a:defRPr b="0"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10"/>
          <p:cNvSpPr txBox="1"/>
          <p:nvPr>
            <p:ph idx="1" type="body"/>
          </p:nvPr>
        </p:nvSpPr>
        <p:spPr>
          <a:xfrm>
            <a:off x="914400" y="1600200"/>
            <a:ext cx="1905000" cy="4495800"/>
          </a:xfrm>
          <a:prstGeom prst="rect">
            <a:avLst/>
          </a:prstGeom>
          <a:noFill/>
          <a:ln>
            <a:noFill/>
          </a:ln>
        </p:spPr>
        <p:txBody>
          <a:bodyPr anchorCtr="0" anchor="t" bIns="45700" lIns="91425" spcFirstLastPara="1" rIns="91425" wrap="square" tIns="45700">
            <a:normAutofit/>
          </a:bodyPr>
          <a:lstStyle>
            <a:lvl1pPr indent="-228600" lvl="0" marL="457200" algn="l">
              <a:spcBef>
                <a:spcPts val="580"/>
              </a:spcBef>
              <a:spcAft>
                <a:spcPts val="0"/>
              </a:spcAft>
              <a:buSzPts val="1530"/>
              <a:buNone/>
              <a:defRPr sz="1800"/>
            </a:lvl1pPr>
            <a:lvl2pPr indent="-228600" lvl="1" marL="914400" algn="l">
              <a:spcBef>
                <a:spcPts val="370"/>
              </a:spcBef>
              <a:spcAft>
                <a:spcPts val="0"/>
              </a:spcAft>
              <a:buSzPts val="1020"/>
              <a:buNone/>
              <a:defRPr sz="1200"/>
            </a:lvl2pPr>
            <a:lvl3pPr indent="-228600" lvl="2" marL="1371600" algn="l">
              <a:spcBef>
                <a:spcPts val="370"/>
              </a:spcBef>
              <a:spcAft>
                <a:spcPts val="0"/>
              </a:spcAft>
              <a:buSzPts val="850"/>
              <a:buNone/>
              <a:defRPr sz="1000"/>
            </a:lvl3pPr>
            <a:lvl4pPr indent="-228600" lvl="3" marL="1828800" algn="l">
              <a:spcBef>
                <a:spcPts val="370"/>
              </a:spcBef>
              <a:spcAft>
                <a:spcPts val="0"/>
              </a:spcAft>
              <a:buSzPts val="720"/>
              <a:buNone/>
              <a:defRPr sz="900"/>
            </a:lvl4pPr>
            <a:lvl5pPr indent="-228600" lvl="4" marL="2286000" algn="l">
              <a:spcBef>
                <a:spcPts val="370"/>
              </a:spcBef>
              <a:spcAft>
                <a:spcPts val="0"/>
              </a:spcAft>
              <a:buSzPts val="900"/>
              <a:buFont typeface="Libre Baskerville"/>
              <a:buNone/>
              <a:defRPr sz="900"/>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82" name="Google Shape;82;p10"/>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0"/>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0"/>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85" name="Google Shape;85;p10"/>
          <p:cNvSpPr txBox="1"/>
          <p:nvPr>
            <p:ph idx="2" type="body"/>
          </p:nvPr>
        </p:nvSpPr>
        <p:spPr>
          <a:xfrm>
            <a:off x="2971800" y="1600200"/>
            <a:ext cx="5715000" cy="4495800"/>
          </a:xfrm>
          <a:prstGeom prst="rect">
            <a:avLst/>
          </a:prstGeom>
          <a:noFill/>
          <a:ln>
            <a:noFill/>
          </a:ln>
        </p:spPr>
        <p:txBody>
          <a:bodyPr anchorCtr="0" anchor="t" bIns="45700" lIns="91425" spcFirstLastPara="1" rIns="91425" wrap="square" tIns="45700">
            <a:norm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6" name="Shape 86"/>
        <p:cNvGrpSpPr/>
        <p:nvPr/>
      </p:nvGrpSpPr>
      <p:grpSpPr>
        <a:xfrm>
          <a:off x="0" y="0"/>
          <a:ext cx="0" cy="0"/>
          <a:chOff x="0" y="0"/>
          <a:chExt cx="0" cy="0"/>
        </a:xfrm>
      </p:grpSpPr>
      <p:sp>
        <p:nvSpPr>
          <p:cNvPr id="87" name="Google Shape;87;p11"/>
          <p:cNvSpPr txBox="1"/>
          <p:nvPr>
            <p:ph type="title"/>
          </p:nvPr>
        </p:nvSpPr>
        <p:spPr>
          <a:xfrm>
            <a:off x="914400" y="4900550"/>
            <a:ext cx="7315200" cy="522288"/>
          </a:xfrm>
          <a:prstGeom prst="rect">
            <a:avLst/>
          </a:prstGeom>
          <a:noFill/>
          <a:ln>
            <a:noFill/>
          </a:ln>
        </p:spPr>
        <p:txBody>
          <a:bodyPr anchorCtr="0" anchor="ctr" bIns="91425" lIns="91425" spcFirstLastPara="1" rIns="91425" wrap="square" tIns="45700">
            <a:noAutofit/>
          </a:bodyPr>
          <a:lstStyle>
            <a:lvl1pPr lvl="0" algn="l">
              <a:spcBef>
                <a:spcPts val="0"/>
              </a:spcBef>
              <a:spcAft>
                <a:spcPts val="0"/>
              </a:spcAft>
              <a:buClr>
                <a:schemeClr val="dk2"/>
              </a:buClr>
              <a:buSzPts val="2800"/>
              <a:buFont typeface="Libre Franklin"/>
              <a:buNone/>
              <a:defRPr b="0" sz="2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11"/>
          <p:cNvSpPr txBox="1"/>
          <p:nvPr>
            <p:ph idx="1" type="body"/>
          </p:nvPr>
        </p:nvSpPr>
        <p:spPr>
          <a:xfrm>
            <a:off x="914400" y="5445825"/>
            <a:ext cx="7315200" cy="685800"/>
          </a:xfrm>
          <a:prstGeom prst="rect">
            <a:avLst/>
          </a:prstGeom>
          <a:noFill/>
          <a:ln>
            <a:noFill/>
          </a:ln>
        </p:spPr>
        <p:txBody>
          <a:bodyPr anchorCtr="0" anchor="t" bIns="45700" lIns="91425" spcFirstLastPara="1" rIns="91425" wrap="square" tIns="45700">
            <a:normAutofit/>
          </a:bodyPr>
          <a:lstStyle>
            <a:lvl1pPr indent="-228600" lvl="0" marL="457200" algn="l">
              <a:spcBef>
                <a:spcPts val="580"/>
              </a:spcBef>
              <a:spcAft>
                <a:spcPts val="0"/>
              </a:spcAft>
              <a:buSzPts val="1360"/>
              <a:buFont typeface="Libre Baskerville"/>
              <a:buNone/>
              <a:defRPr sz="1600"/>
            </a:lvl1pPr>
            <a:lvl2pPr indent="-293369" lvl="1" marL="914400" algn="l">
              <a:spcBef>
                <a:spcPts val="370"/>
              </a:spcBef>
              <a:spcAft>
                <a:spcPts val="0"/>
              </a:spcAft>
              <a:buSzPts val="1020"/>
              <a:buChar char="⚫"/>
              <a:defRPr sz="1200"/>
            </a:lvl2pPr>
            <a:lvl3pPr indent="-282575" lvl="2" marL="1371600" algn="l">
              <a:spcBef>
                <a:spcPts val="370"/>
              </a:spcBef>
              <a:spcAft>
                <a:spcPts val="0"/>
              </a:spcAft>
              <a:buSzPts val="850"/>
              <a:buChar char="⚫"/>
              <a:defRPr sz="1000"/>
            </a:lvl3pPr>
            <a:lvl4pPr indent="-274319" lvl="3" marL="1828800" algn="l">
              <a:spcBef>
                <a:spcPts val="370"/>
              </a:spcBef>
              <a:spcAft>
                <a:spcPts val="0"/>
              </a:spcAft>
              <a:buSzPts val="720"/>
              <a:buChar char="⚫"/>
              <a:defRPr sz="900"/>
            </a:lvl4pPr>
            <a:lvl5pPr indent="-285750" lvl="4" marL="2286000" algn="l">
              <a:spcBef>
                <a:spcPts val="370"/>
              </a:spcBef>
              <a:spcAft>
                <a:spcPts val="0"/>
              </a:spcAft>
              <a:buSzPts val="900"/>
              <a:buFont typeface="Libre Baskerville"/>
              <a:buChar char="o"/>
              <a:defRPr sz="900"/>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89" name="Google Shape;89;p11"/>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1"/>
          <p:cNvSpPr txBox="1"/>
          <p:nvPr>
            <p:ph idx="11" type="ftr"/>
          </p:nvPr>
        </p:nvSpPr>
        <p:spPr>
          <a:xfrm>
            <a:off x="914400" y="6172200"/>
            <a:ext cx="38862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1"/>
          <p:cNvSpPr/>
          <p:nvPr>
            <p:ph idx="12" type="sldNum"/>
          </p:nvPr>
        </p:nvSpPr>
        <p:spPr>
          <a:xfrm>
            <a:off x="146304" y="6208776"/>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
        <p:nvSpPr>
          <p:cNvPr id="92" name="Google Shape;92;p11"/>
          <p:cNvSpPr/>
          <p:nvPr/>
        </p:nvSpPr>
        <p:spPr>
          <a:xfrm flipH="1" rot="10800000">
            <a:off x="68307" y="4683555"/>
            <a:ext cx="9006840" cy="9144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93" name="Google Shape;93;p11"/>
          <p:cNvSpPr/>
          <p:nvPr/>
        </p:nvSpPr>
        <p:spPr>
          <a:xfrm>
            <a:off x="68508" y="4650474"/>
            <a:ext cx="9006639" cy="45719"/>
          </a:xfrm>
          <a:prstGeom prst="rect">
            <a:avLst/>
          </a:prstGeom>
          <a:solidFill>
            <a:srgbClr val="E6AFA9"/>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94" name="Google Shape;94;p11"/>
          <p:cNvSpPr/>
          <p:nvPr/>
        </p:nvSpPr>
        <p:spPr>
          <a:xfrm>
            <a:off x="68510" y="4773224"/>
            <a:ext cx="9006637" cy="48807"/>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Baskerville"/>
              <a:ea typeface="Libre Baskerville"/>
              <a:cs typeface="Libre Baskerville"/>
              <a:sym typeface="Libre Baskerville"/>
            </a:endParaRPr>
          </a:p>
        </p:txBody>
      </p:sp>
      <p:sp>
        <p:nvSpPr>
          <p:cNvPr id="95" name="Google Shape;95;p11"/>
          <p:cNvSpPr/>
          <p:nvPr>
            <p:ph idx="2" type="pic"/>
          </p:nvPr>
        </p:nvSpPr>
        <p:spPr>
          <a:xfrm>
            <a:off x="68308" y="66675"/>
            <a:ext cx="9001873" cy="4581525"/>
          </a:xfrm>
          <a:prstGeom prst="round2SameRect">
            <a:avLst>
              <a:gd fmla="val 7101" name="adj1"/>
              <a:gd fmla="val 0" name="adj2"/>
            </a:avLst>
          </a:prstGeom>
          <a:solidFill>
            <a:schemeClr val="lt2"/>
          </a:solidFill>
          <a:ln cap="flat" cmpd="sng" w="9525">
            <a:solidFill>
              <a:schemeClr val="dk1"/>
            </a:solidFill>
            <a:prstDash val="solid"/>
            <a:round/>
            <a:headEnd len="sm" w="sm" type="none"/>
            <a:tailEnd len="sm" w="sm" type="none"/>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6" name="Shape 96"/>
        <p:cNvGrpSpPr/>
        <p:nvPr/>
      </p:nvGrpSpPr>
      <p:grpSpPr>
        <a:xfrm>
          <a:off x="0" y="0"/>
          <a:ext cx="0" cy="0"/>
          <a:chOff x="0" y="0"/>
          <a:chExt cx="0" cy="0"/>
        </a:xfrm>
      </p:grpSpPr>
      <p:sp>
        <p:nvSpPr>
          <p:cNvPr id="97" name="Google Shape;97;p12"/>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12"/>
          <p:cNvSpPr txBox="1"/>
          <p:nvPr>
            <p:ph idx="1" type="body"/>
          </p:nvPr>
        </p:nvSpPr>
        <p:spPr>
          <a:xfrm rot="5400000">
            <a:off x="2514600" y="-152400"/>
            <a:ext cx="4572000" cy="7772400"/>
          </a:xfrm>
          <a:prstGeom prst="rect">
            <a:avLst/>
          </a:prstGeom>
          <a:noFill/>
          <a:ln>
            <a:noFill/>
          </a:ln>
        </p:spPr>
        <p:txBody>
          <a:bodyPr anchorCtr="0" anchor="t" bIns="45700" lIns="91425" spcFirstLastPara="1" rIns="91425" wrap="square" tIns="45700">
            <a:norm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99" name="Google Shape;99;p12"/>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2"/>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12"/>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2" name="Shape 102"/>
        <p:cNvGrpSpPr/>
        <p:nvPr/>
      </p:nvGrpSpPr>
      <p:grpSpPr>
        <a:xfrm>
          <a:off x="0" y="0"/>
          <a:ext cx="0" cy="0"/>
          <a:chOff x="0" y="0"/>
          <a:chExt cx="0" cy="0"/>
        </a:xfrm>
      </p:grpSpPr>
      <p:sp>
        <p:nvSpPr>
          <p:cNvPr id="103" name="Google Shape;103;p13"/>
          <p:cNvSpPr txBox="1"/>
          <p:nvPr>
            <p:ph type="title"/>
          </p:nvPr>
        </p:nvSpPr>
        <p:spPr>
          <a:xfrm rot="5400000">
            <a:off x="4709478" y="2194564"/>
            <a:ext cx="5851525" cy="2011680"/>
          </a:xfrm>
          <a:prstGeom prst="rect">
            <a:avLst/>
          </a:prstGeom>
          <a:noFill/>
          <a:ln>
            <a:noFill/>
          </a:ln>
        </p:spPr>
        <p:txBody>
          <a:bodyPr anchorCtr="0" anchor="b" bIns="91425"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p13"/>
          <p:cNvSpPr txBox="1"/>
          <p:nvPr>
            <p:ph idx="1" type="body"/>
          </p:nvPr>
        </p:nvSpPr>
        <p:spPr>
          <a:xfrm rot="5400000">
            <a:off x="769938" y="419103"/>
            <a:ext cx="5851525" cy="5562600"/>
          </a:xfrm>
          <a:prstGeom prst="rect">
            <a:avLst/>
          </a:prstGeom>
          <a:noFill/>
          <a:ln>
            <a:noFill/>
          </a:ln>
        </p:spPr>
        <p:txBody>
          <a:bodyPr anchorCtr="0" anchor="t" bIns="45700" lIns="91425" spcFirstLastPara="1" rIns="91425" wrap="square" tIns="45700">
            <a:normAutofit/>
          </a:bodyPr>
          <a:lstStyle>
            <a:lvl1pPr indent="-325755" lvl="0" marL="457200" algn="l">
              <a:spcBef>
                <a:spcPts val="580"/>
              </a:spcBef>
              <a:spcAft>
                <a:spcPts val="0"/>
              </a:spcAft>
              <a:buSzPts val="1530"/>
              <a:buChar char="⚫"/>
              <a:defRPr/>
            </a:lvl1pPr>
            <a:lvl2pPr indent="-325755" lvl="1" marL="914400" algn="l">
              <a:spcBef>
                <a:spcPts val="370"/>
              </a:spcBef>
              <a:spcAft>
                <a:spcPts val="0"/>
              </a:spcAft>
              <a:buSzPts val="1530"/>
              <a:buChar char="⚫"/>
              <a:defRPr/>
            </a:lvl2pPr>
            <a:lvl3pPr indent="-325755" lvl="2" marL="1371600" algn="l">
              <a:spcBef>
                <a:spcPts val="370"/>
              </a:spcBef>
              <a:spcAft>
                <a:spcPts val="0"/>
              </a:spcAft>
              <a:buSzPts val="1530"/>
              <a:buChar char="⚫"/>
              <a:defRPr/>
            </a:lvl3pPr>
            <a:lvl4pPr indent="-320039" lvl="3" marL="1828800" algn="l">
              <a:spcBef>
                <a:spcPts val="370"/>
              </a:spcBef>
              <a:spcAft>
                <a:spcPts val="0"/>
              </a:spcAft>
              <a:buSzPts val="1440"/>
              <a:buChar char="⚫"/>
              <a:defRPr/>
            </a:lvl4pPr>
            <a:lvl5pPr indent="-342900" lvl="4" marL="2286000" algn="l">
              <a:spcBef>
                <a:spcPts val="370"/>
              </a:spcBef>
              <a:spcAft>
                <a:spcPts val="0"/>
              </a:spcAft>
              <a:buSzPts val="1800"/>
              <a:buChar char="o"/>
              <a:defRPr/>
            </a:lvl5pPr>
            <a:lvl6pPr indent="-342900" lvl="5" marL="2743200" algn="l">
              <a:spcBef>
                <a:spcPts val="370"/>
              </a:spcBef>
              <a:spcAft>
                <a:spcPts val="0"/>
              </a:spcAft>
              <a:buSzPts val="1800"/>
              <a:buChar char="•"/>
              <a:defRPr/>
            </a:lvl6pPr>
            <a:lvl7pPr indent="-342900" lvl="6" marL="3200400" algn="l">
              <a:spcBef>
                <a:spcPts val="370"/>
              </a:spcBef>
              <a:spcAft>
                <a:spcPts val="0"/>
              </a:spcAft>
              <a:buSzPts val="1800"/>
              <a:buChar char="•"/>
              <a:defRPr/>
            </a:lvl7pPr>
            <a:lvl8pPr indent="-342900" lvl="7" marL="3657600" algn="l">
              <a:spcBef>
                <a:spcPts val="370"/>
              </a:spcBef>
              <a:spcAft>
                <a:spcPts val="0"/>
              </a:spcAft>
              <a:buSzPts val="1800"/>
              <a:buChar char="•"/>
              <a:defRPr/>
            </a:lvl8pPr>
            <a:lvl9pPr indent="-342900" lvl="8" marL="4114800" algn="l">
              <a:spcBef>
                <a:spcPts val="370"/>
              </a:spcBef>
              <a:spcAft>
                <a:spcPts val="0"/>
              </a:spcAft>
              <a:buSzPts val="1800"/>
              <a:buChar char="•"/>
              <a:defRPr/>
            </a:lvl9pPr>
          </a:lstStyle>
          <a:p/>
        </p:txBody>
      </p:sp>
      <p:sp>
        <p:nvSpPr>
          <p:cNvPr id="105" name="Google Shape;105;p13"/>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13"/>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13"/>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0"/>
            <a:ext cx="9144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11" name="Google Shape;11;p1"/>
          <p:cNvSpPr/>
          <p:nvPr/>
        </p:nvSpPr>
        <p:spPr>
          <a:xfrm>
            <a:off x="64008" y="69755"/>
            <a:ext cx="9013372" cy="6693408"/>
          </a:xfrm>
          <a:prstGeom prst="roundRect">
            <a:avLst>
              <a:gd fmla="val 4929" name="adj"/>
            </a:avLst>
          </a:prstGeom>
          <a:solidFill>
            <a:schemeClr val="lt1"/>
          </a:solidFill>
          <a:ln cap="sq"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Baskerville"/>
              <a:ea typeface="Libre Baskerville"/>
              <a:cs typeface="Libre Baskerville"/>
              <a:sym typeface="Libre Baskerville"/>
            </a:endParaRPr>
          </a:p>
        </p:txBody>
      </p:sp>
      <p:sp>
        <p:nvSpPr>
          <p:cNvPr id="12" name="Google Shape;12;p1"/>
          <p:cNvSpPr txBox="1"/>
          <p:nvPr>
            <p:ph type="title"/>
          </p:nvPr>
        </p:nvSpPr>
        <p:spPr>
          <a:xfrm>
            <a:off x="914400" y="274638"/>
            <a:ext cx="7772400" cy="1143000"/>
          </a:xfrm>
          <a:prstGeom prst="rect">
            <a:avLst/>
          </a:prstGeom>
          <a:noFill/>
          <a:ln>
            <a:noFill/>
          </a:ln>
        </p:spPr>
        <p:txBody>
          <a:bodyPr anchorCtr="0" anchor="b" bIns="91425" lIns="91425" spcFirstLastPara="1" rIns="91425" wrap="square" tIns="45700">
            <a:normAutofit/>
          </a:bodyPr>
          <a:lstStyle>
            <a:lvl1pPr lvl="0" marR="0" rtl="0" algn="l">
              <a:spcBef>
                <a:spcPts val="0"/>
              </a:spcBef>
              <a:spcAft>
                <a:spcPts val="0"/>
              </a:spcAft>
              <a:buClr>
                <a:schemeClr val="dk2"/>
              </a:buClr>
              <a:buSzPts val="4000"/>
              <a:buFont typeface="Libre Franklin"/>
              <a:buNone/>
              <a:defRPr b="0" i="0" sz="4000" u="none" cap="none" strike="noStrike">
                <a:solidFill>
                  <a:schemeClr val="dk2"/>
                </a:solidFill>
                <a:latin typeface="Libre Franklin"/>
                <a:ea typeface="Libre Franklin"/>
                <a:cs typeface="Libre Franklin"/>
                <a:sym typeface="Libre Frankli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
          <p:cNvSpPr txBox="1"/>
          <p:nvPr>
            <p:ph idx="1" type="body"/>
          </p:nvPr>
        </p:nvSpPr>
        <p:spPr>
          <a:xfrm>
            <a:off x="914400" y="1447800"/>
            <a:ext cx="7772400" cy="4572000"/>
          </a:xfrm>
          <a:prstGeom prst="rect">
            <a:avLst/>
          </a:prstGeom>
          <a:noFill/>
          <a:ln>
            <a:noFill/>
          </a:ln>
        </p:spPr>
        <p:txBody>
          <a:bodyPr anchorCtr="0" anchor="t" bIns="45700" lIns="91425" spcFirstLastPara="1" rIns="91425" wrap="square" tIns="45700">
            <a:normAutofit/>
          </a:bodyPr>
          <a:lstStyle>
            <a:lvl1pPr indent="-368935" lvl="0" marL="457200" marR="0" rtl="0" algn="l">
              <a:spcBef>
                <a:spcPts val="580"/>
              </a:spcBef>
              <a:spcAft>
                <a:spcPts val="0"/>
              </a:spcAft>
              <a:buClr>
                <a:schemeClr val="accent1"/>
              </a:buClr>
              <a:buSzPts val="2210"/>
              <a:buFont typeface="Noto Sans Symbols"/>
              <a:buChar char="⚫"/>
              <a:defRPr b="0" i="0" sz="2600" u="none" cap="none" strike="noStrike">
                <a:solidFill>
                  <a:schemeClr val="dk1"/>
                </a:solidFill>
                <a:latin typeface="Libre Baskerville"/>
                <a:ea typeface="Libre Baskerville"/>
                <a:cs typeface="Libre Baskerville"/>
                <a:sym typeface="Libre Baskerville"/>
              </a:defRPr>
            </a:lvl1pPr>
            <a:lvl2pPr indent="-358140" lvl="1" marL="914400" marR="0" rtl="0" algn="l">
              <a:spcBef>
                <a:spcPts val="370"/>
              </a:spcBef>
              <a:spcAft>
                <a:spcPts val="0"/>
              </a:spcAft>
              <a:buClr>
                <a:schemeClr val="accent2"/>
              </a:buClr>
              <a:buSzPts val="2040"/>
              <a:buFont typeface="Noto Sans Symbols"/>
              <a:buChar char="⚫"/>
              <a:defRPr b="0" i="0" sz="2400" u="none" cap="none" strike="noStrike">
                <a:solidFill>
                  <a:schemeClr val="dk1"/>
                </a:solidFill>
                <a:latin typeface="Libre Baskerville"/>
                <a:ea typeface="Libre Baskerville"/>
                <a:cs typeface="Libre Baskerville"/>
                <a:sym typeface="Libre Baskerville"/>
              </a:defRPr>
            </a:lvl2pPr>
            <a:lvl3pPr indent="-336550" lvl="2" marL="1371600" marR="0" rtl="0" algn="l">
              <a:spcBef>
                <a:spcPts val="370"/>
              </a:spcBef>
              <a:spcAft>
                <a:spcPts val="0"/>
              </a:spcAft>
              <a:buClr>
                <a:srgbClr val="E6AFA9"/>
              </a:buClr>
              <a:buSzPts val="1700"/>
              <a:buFont typeface="Noto Sans Symbols"/>
              <a:buChar char="⚫"/>
              <a:defRPr b="0" i="0" sz="2000" u="none" cap="none" strike="noStrike">
                <a:solidFill>
                  <a:schemeClr val="dk1"/>
                </a:solidFill>
                <a:latin typeface="Libre Baskerville"/>
                <a:ea typeface="Libre Baskerville"/>
                <a:cs typeface="Libre Baskerville"/>
                <a:sym typeface="Libre Baskerville"/>
              </a:defRPr>
            </a:lvl3pPr>
            <a:lvl4pPr indent="-330200" lvl="3" marL="1828800" marR="0" rtl="0" algn="l">
              <a:spcBef>
                <a:spcPts val="370"/>
              </a:spcBef>
              <a:spcAft>
                <a:spcPts val="0"/>
              </a:spcAft>
              <a:buClr>
                <a:schemeClr val="accent3"/>
              </a:buClr>
              <a:buSzPts val="1600"/>
              <a:buFont typeface="Noto Sans Symbols"/>
              <a:buChar char="⚫"/>
              <a:defRPr b="0" i="0" sz="2000" u="none" cap="none" strike="noStrike">
                <a:solidFill>
                  <a:schemeClr val="dk1"/>
                </a:solidFill>
                <a:latin typeface="Libre Baskerville"/>
                <a:ea typeface="Libre Baskerville"/>
                <a:cs typeface="Libre Baskerville"/>
                <a:sym typeface="Libre Baskerville"/>
              </a:defRPr>
            </a:lvl4pPr>
            <a:lvl5pPr indent="-355600" lvl="4" marL="2286000" marR="0" rtl="0" algn="l">
              <a:spcBef>
                <a:spcPts val="370"/>
              </a:spcBef>
              <a:spcAft>
                <a:spcPts val="0"/>
              </a:spcAft>
              <a:buClr>
                <a:schemeClr val="accent3"/>
              </a:buClr>
              <a:buSzPts val="2000"/>
              <a:buFont typeface="Libre Baskerville"/>
              <a:buChar char="o"/>
              <a:defRPr b="0" i="0" sz="2000" u="none" cap="none" strike="noStrike">
                <a:solidFill>
                  <a:schemeClr val="dk1"/>
                </a:solidFill>
                <a:latin typeface="Libre Baskerville"/>
                <a:ea typeface="Libre Baskerville"/>
                <a:cs typeface="Libre Baskerville"/>
                <a:sym typeface="Libre Baskerville"/>
              </a:defRPr>
            </a:lvl5pPr>
            <a:lvl6pPr indent="-342900" lvl="5" marL="2743200" marR="0" rtl="0" algn="l">
              <a:spcBef>
                <a:spcPts val="370"/>
              </a:spcBef>
              <a:spcAft>
                <a:spcPts val="0"/>
              </a:spcAft>
              <a:buClr>
                <a:schemeClr val="accent3"/>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6pPr>
            <a:lvl7pPr indent="-342900" lvl="6" marL="3200400" marR="0" rtl="0" algn="l">
              <a:spcBef>
                <a:spcPts val="370"/>
              </a:spcBef>
              <a:spcAft>
                <a:spcPts val="0"/>
              </a:spcAft>
              <a:buClr>
                <a:schemeClr val="accent2"/>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7pPr>
            <a:lvl8pPr indent="-342900" lvl="7" marL="3657600" marR="0" rtl="0" algn="l">
              <a:spcBef>
                <a:spcPts val="370"/>
              </a:spcBef>
              <a:spcAft>
                <a:spcPts val="0"/>
              </a:spcAft>
              <a:buClr>
                <a:srgbClr val="E6AF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8pPr>
            <a:lvl9pPr indent="-342900" lvl="8" marL="4114800" marR="0" rtl="0" algn="l">
              <a:spcBef>
                <a:spcPts val="370"/>
              </a:spcBef>
              <a:spcAft>
                <a:spcPts val="0"/>
              </a:spcAft>
              <a:buClr>
                <a:srgbClr val="CAABA9"/>
              </a:buClr>
              <a:buSzPts val="1800"/>
              <a:buFont typeface="Libre Baskerville"/>
              <a:buChar char="•"/>
              <a:defRPr b="0" i="0" sz="1800" u="none" cap="none" strike="noStrike">
                <a:solidFill>
                  <a:schemeClr val="dk1"/>
                </a:solidFill>
                <a:latin typeface="Libre Baskerville"/>
                <a:ea typeface="Libre Baskerville"/>
                <a:cs typeface="Libre Baskerville"/>
                <a:sym typeface="Libre Baskerville"/>
              </a:defRPr>
            </a:lvl9pPr>
          </a:lstStyle>
          <a:p/>
        </p:txBody>
      </p:sp>
      <p:sp>
        <p:nvSpPr>
          <p:cNvPr id="14" name="Google Shape;14;p1"/>
          <p:cNvSpPr txBox="1"/>
          <p:nvPr>
            <p:ph idx="10" type="dt"/>
          </p:nvPr>
        </p:nvSpPr>
        <p:spPr>
          <a:xfrm>
            <a:off x="6172200" y="6191250"/>
            <a:ext cx="2476500" cy="47625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400" u="none" cap="none" strike="noStrike">
                <a:solidFill>
                  <a:schemeClr val="dk2"/>
                </a:solidFill>
                <a:latin typeface="Libre Baskerville"/>
                <a:ea typeface="Libre Baskerville"/>
                <a:cs typeface="Libre Baskerville"/>
                <a:sym typeface="Libre Baskerville"/>
              </a:defRPr>
            </a:lvl1pPr>
            <a:lvl2pPr lvl="1"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2pPr>
            <a:lvl3pPr lvl="2"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3pPr>
            <a:lvl4pPr lvl="3"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4pPr>
            <a:lvl5pPr lvl="4"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5pPr>
            <a:lvl6pPr lvl="5"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6pPr>
            <a:lvl7pPr lvl="6"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7pPr>
            <a:lvl8pPr lvl="7"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8pPr>
            <a:lvl9pPr lvl="8"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9pPr>
          </a:lstStyle>
          <a:p/>
        </p:txBody>
      </p:sp>
      <p:sp>
        <p:nvSpPr>
          <p:cNvPr id="15" name="Google Shape;15;p1"/>
          <p:cNvSpPr txBox="1"/>
          <p:nvPr>
            <p:ph idx="11" type="ftr"/>
          </p:nvPr>
        </p:nvSpPr>
        <p:spPr>
          <a:xfrm>
            <a:off x="914400" y="6172200"/>
            <a:ext cx="3962400" cy="45720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2"/>
                </a:solidFill>
                <a:latin typeface="Libre Baskerville"/>
                <a:ea typeface="Libre Baskerville"/>
                <a:cs typeface="Libre Baskerville"/>
                <a:sym typeface="Libre Baskerville"/>
              </a:defRPr>
            </a:lvl1pPr>
            <a:lvl2pPr lvl="1"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2pPr>
            <a:lvl3pPr lvl="2"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3pPr>
            <a:lvl4pPr lvl="3"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4pPr>
            <a:lvl5pPr lvl="4"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5pPr>
            <a:lvl6pPr lvl="5"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6pPr>
            <a:lvl7pPr lvl="6"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7pPr>
            <a:lvl8pPr lvl="7"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8pPr>
            <a:lvl9pPr lvl="8" marR="0" rtl="0" algn="l">
              <a:spcBef>
                <a:spcPts val="0"/>
              </a:spcBef>
              <a:spcAft>
                <a:spcPts val="0"/>
              </a:spcAft>
              <a:buSzPts val="1400"/>
              <a:buNone/>
              <a:defRPr b="0" i="0" sz="1800" u="none" cap="none" strike="noStrike">
                <a:solidFill>
                  <a:schemeClr val="dk1"/>
                </a:solidFill>
                <a:latin typeface="Libre Baskerville"/>
                <a:ea typeface="Libre Baskerville"/>
                <a:cs typeface="Libre Baskerville"/>
                <a:sym typeface="Libre Baskerville"/>
              </a:defRPr>
            </a:lvl9pPr>
          </a:lstStyle>
          <a:p/>
        </p:txBody>
      </p:sp>
      <p:sp>
        <p:nvSpPr>
          <p:cNvPr id="16" name="Google Shape;16;p1"/>
          <p:cNvSpPr/>
          <p:nvPr>
            <p:ph idx="12" type="sldNum"/>
          </p:nvPr>
        </p:nvSpPr>
        <p:spPr>
          <a:xfrm>
            <a:off x="146304" y="6210300"/>
            <a:ext cx="457200" cy="457200"/>
          </a:xfrm>
          <a:prstGeom prst="ellipse">
            <a:avLst/>
          </a:prstGeom>
          <a:solidFill>
            <a:schemeClr val="accent1"/>
          </a:solidFill>
          <a:ln>
            <a:noFill/>
          </a:ln>
        </p:spPr>
        <p:txBody>
          <a:bodyPr anchorCtr="1" anchor="ctr" bIns="0" lIns="0" spcFirstLastPara="1" rIns="0" wrap="square" tIns="0">
            <a:noAutofit/>
          </a:bodyPr>
          <a:lstStyle>
            <a:lvl1pPr indent="0" lvl="0" marL="0" marR="0" rtl="0" algn="ctr">
              <a:spcBef>
                <a:spcPts val="0"/>
              </a:spcBef>
              <a:buNone/>
              <a:defRPr b="0" i="0" sz="1400" u="none" cap="none" strike="noStrike">
                <a:solidFill>
                  <a:srgbClr val="FFFFFF"/>
                </a:solidFill>
                <a:latin typeface="Libre Franklin"/>
                <a:ea typeface="Libre Franklin"/>
                <a:cs typeface="Libre Franklin"/>
                <a:sym typeface="Libre Franklin"/>
              </a:defRPr>
            </a:lvl1pPr>
            <a:lvl2pPr indent="0" lvl="1" marL="0" marR="0" rtl="0" algn="ctr">
              <a:spcBef>
                <a:spcPts val="0"/>
              </a:spcBef>
              <a:buNone/>
              <a:defRPr b="0" i="0" sz="1400" u="none" cap="none" strike="noStrike">
                <a:solidFill>
                  <a:srgbClr val="FFFFFF"/>
                </a:solidFill>
                <a:latin typeface="Libre Franklin"/>
                <a:ea typeface="Libre Franklin"/>
                <a:cs typeface="Libre Franklin"/>
                <a:sym typeface="Libre Franklin"/>
              </a:defRPr>
            </a:lvl2pPr>
            <a:lvl3pPr indent="0" lvl="2" marL="0" marR="0" rtl="0" algn="ctr">
              <a:spcBef>
                <a:spcPts val="0"/>
              </a:spcBef>
              <a:buNone/>
              <a:defRPr b="0" i="0" sz="1400" u="none" cap="none" strike="noStrike">
                <a:solidFill>
                  <a:srgbClr val="FFFFFF"/>
                </a:solidFill>
                <a:latin typeface="Libre Franklin"/>
                <a:ea typeface="Libre Franklin"/>
                <a:cs typeface="Libre Franklin"/>
                <a:sym typeface="Libre Franklin"/>
              </a:defRPr>
            </a:lvl3pPr>
            <a:lvl4pPr indent="0" lvl="3" marL="0" marR="0" rtl="0" algn="ctr">
              <a:spcBef>
                <a:spcPts val="0"/>
              </a:spcBef>
              <a:buNone/>
              <a:defRPr b="0" i="0" sz="1400" u="none" cap="none" strike="noStrike">
                <a:solidFill>
                  <a:srgbClr val="FFFFFF"/>
                </a:solidFill>
                <a:latin typeface="Libre Franklin"/>
                <a:ea typeface="Libre Franklin"/>
                <a:cs typeface="Libre Franklin"/>
                <a:sym typeface="Libre Franklin"/>
              </a:defRPr>
            </a:lvl4pPr>
            <a:lvl5pPr indent="0" lvl="4" marL="0" marR="0" rtl="0" algn="ctr">
              <a:spcBef>
                <a:spcPts val="0"/>
              </a:spcBef>
              <a:buNone/>
              <a:defRPr b="0" i="0" sz="1400" u="none" cap="none" strike="noStrike">
                <a:solidFill>
                  <a:srgbClr val="FFFFFF"/>
                </a:solidFill>
                <a:latin typeface="Libre Franklin"/>
                <a:ea typeface="Libre Franklin"/>
                <a:cs typeface="Libre Franklin"/>
                <a:sym typeface="Libre Franklin"/>
              </a:defRPr>
            </a:lvl5pPr>
            <a:lvl6pPr indent="0" lvl="5" marL="0" marR="0" rtl="0" algn="ctr">
              <a:spcBef>
                <a:spcPts val="0"/>
              </a:spcBef>
              <a:buNone/>
              <a:defRPr b="0" i="0" sz="1400" u="none" cap="none" strike="noStrike">
                <a:solidFill>
                  <a:srgbClr val="FFFFFF"/>
                </a:solidFill>
                <a:latin typeface="Libre Franklin"/>
                <a:ea typeface="Libre Franklin"/>
                <a:cs typeface="Libre Franklin"/>
                <a:sym typeface="Libre Franklin"/>
              </a:defRPr>
            </a:lvl6pPr>
            <a:lvl7pPr indent="0" lvl="6" marL="0" marR="0" rtl="0" algn="ctr">
              <a:spcBef>
                <a:spcPts val="0"/>
              </a:spcBef>
              <a:buNone/>
              <a:defRPr b="0" i="0" sz="1400" u="none" cap="none" strike="noStrike">
                <a:solidFill>
                  <a:srgbClr val="FFFFFF"/>
                </a:solidFill>
                <a:latin typeface="Libre Franklin"/>
                <a:ea typeface="Libre Franklin"/>
                <a:cs typeface="Libre Franklin"/>
                <a:sym typeface="Libre Franklin"/>
              </a:defRPr>
            </a:lvl7pPr>
            <a:lvl8pPr indent="0" lvl="7" marL="0" marR="0" rtl="0" algn="ctr">
              <a:spcBef>
                <a:spcPts val="0"/>
              </a:spcBef>
              <a:buNone/>
              <a:defRPr b="0" i="0" sz="1400" u="none" cap="none" strike="noStrike">
                <a:solidFill>
                  <a:srgbClr val="FFFFFF"/>
                </a:solidFill>
                <a:latin typeface="Libre Franklin"/>
                <a:ea typeface="Libre Franklin"/>
                <a:cs typeface="Libre Franklin"/>
                <a:sym typeface="Libre Franklin"/>
              </a:defRPr>
            </a:lvl8pPr>
            <a:lvl9pPr indent="0" lvl="8" marL="0" marR="0" rtl="0" algn="ctr">
              <a:spcBef>
                <a:spcPts val="0"/>
              </a:spcBef>
              <a:buNone/>
              <a:defRPr b="0" i="0" sz="1400" u="none" cap="none" strike="noStrike">
                <a:solidFill>
                  <a:srgbClr val="FFFFFF"/>
                </a:solidFill>
                <a:latin typeface="Libre Franklin"/>
                <a:ea typeface="Libre Franklin"/>
                <a:cs typeface="Libre Franklin"/>
                <a:sym typeface="Libre Franklin"/>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4"/>
          <p:cNvSpPr txBox="1"/>
          <p:nvPr>
            <p:ph type="ctrTitle"/>
          </p:nvPr>
        </p:nvSpPr>
        <p:spPr>
          <a:xfrm>
            <a:off x="457200" y="1505930"/>
            <a:ext cx="8229600" cy="1470025"/>
          </a:xfrm>
          <a:prstGeom prst="rect">
            <a:avLst/>
          </a:prstGeom>
          <a:noFill/>
          <a:ln>
            <a:noFill/>
          </a:ln>
        </p:spPr>
        <p:txBody>
          <a:bodyPr anchorCtr="0" anchor="ctr" bIns="91425" lIns="91425" spcFirstLastPara="1" rIns="91425" wrap="square" tIns="45700">
            <a:normAutofit fontScale="90000"/>
          </a:bodyPr>
          <a:lstStyle/>
          <a:p>
            <a:pPr indent="0" lvl="0" marL="0" rtl="0" algn="ctr">
              <a:lnSpc>
                <a:spcPct val="80000"/>
              </a:lnSpc>
              <a:spcBef>
                <a:spcPts val="0"/>
              </a:spcBef>
              <a:spcAft>
                <a:spcPts val="0"/>
              </a:spcAft>
              <a:buClr>
                <a:srgbClr val="FFFFFF"/>
              </a:buClr>
              <a:buSzPct val="100000"/>
              <a:buFont typeface="Libre Franklin"/>
              <a:buNone/>
            </a:pPr>
            <a:r>
              <a:rPr b="1" lang="en-US"/>
              <a:t>Air pollution monitoring, forecasting and controlling system</a:t>
            </a:r>
            <a:endParaRPr b="1"/>
          </a:p>
        </p:txBody>
      </p:sp>
      <p:sp>
        <p:nvSpPr>
          <p:cNvPr id="113" name="Google Shape;113;p14"/>
          <p:cNvSpPr txBox="1"/>
          <p:nvPr/>
        </p:nvSpPr>
        <p:spPr>
          <a:xfrm>
            <a:off x="5652120" y="3212976"/>
            <a:ext cx="3024300" cy="1944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accent1"/>
              </a:buClr>
              <a:buSzPts val="1530"/>
              <a:buFont typeface="Noto Sans Symbols"/>
              <a:buNone/>
            </a:pPr>
            <a:r>
              <a:rPr b="1" i="0" lang="en-US" sz="1800" u="none" cap="none" strike="noStrike">
                <a:solidFill>
                  <a:srgbClr val="000000"/>
                </a:solidFill>
                <a:latin typeface="Arial"/>
                <a:ea typeface="Arial"/>
                <a:cs typeface="Arial"/>
                <a:sym typeface="Arial"/>
              </a:rPr>
              <a:t>Under the Guidance of</a:t>
            </a:r>
            <a:endParaRPr/>
          </a:p>
          <a:p>
            <a:pPr indent="0" lvl="0" marL="0" marR="0" rtl="0" algn="l">
              <a:spcBef>
                <a:spcPts val="580"/>
              </a:spcBef>
              <a:spcAft>
                <a:spcPts val="0"/>
              </a:spcAft>
              <a:buClr>
                <a:schemeClr val="accent1"/>
              </a:buClr>
              <a:buSzPts val="1530"/>
              <a:buFont typeface="Noto Sans Symbols"/>
              <a:buNone/>
            </a:pPr>
            <a:r>
              <a:t/>
            </a:r>
            <a:endParaRPr b="1" i="0" sz="1800" u="none" cap="none" strike="noStrike">
              <a:solidFill>
                <a:srgbClr val="000000"/>
              </a:solidFill>
              <a:latin typeface="Arial"/>
              <a:ea typeface="Arial"/>
              <a:cs typeface="Arial"/>
              <a:sym typeface="Arial"/>
            </a:endParaRPr>
          </a:p>
          <a:p>
            <a:pPr indent="0" lvl="0" marL="0" marR="0" rtl="0" algn="ctr">
              <a:spcBef>
                <a:spcPts val="580"/>
              </a:spcBef>
              <a:spcAft>
                <a:spcPts val="0"/>
              </a:spcAft>
              <a:buClr>
                <a:schemeClr val="accent1"/>
              </a:buClr>
              <a:buSzPts val="1530"/>
              <a:buFont typeface="Noto Sans Symbols"/>
              <a:buNone/>
            </a:pPr>
            <a:r>
              <a:rPr b="1" lang="en-US" sz="1800"/>
              <a:t>Prof. Pallavi B</a:t>
            </a:r>
            <a:endParaRPr/>
          </a:p>
          <a:p>
            <a:pPr indent="0" lvl="0" marL="0" marR="0" rtl="0" algn="ctr">
              <a:spcBef>
                <a:spcPts val="580"/>
              </a:spcBef>
              <a:spcAft>
                <a:spcPts val="0"/>
              </a:spcAft>
              <a:buClr>
                <a:schemeClr val="accent1"/>
              </a:buClr>
              <a:buSzPts val="1530"/>
              <a:buFont typeface="Noto Sans Symbols"/>
              <a:buNone/>
            </a:pPr>
            <a:r>
              <a:rPr lang="en-US" sz="1800"/>
              <a:t>Assistant Professor</a:t>
            </a:r>
            <a:endParaRPr/>
          </a:p>
          <a:p>
            <a:pPr indent="0" lvl="0" marL="0" marR="0" rtl="0" algn="ctr">
              <a:spcBef>
                <a:spcPts val="580"/>
              </a:spcBef>
              <a:spcAft>
                <a:spcPts val="0"/>
              </a:spcAft>
              <a:buClr>
                <a:schemeClr val="accent1"/>
              </a:buClr>
              <a:buSzPts val="1530"/>
              <a:buFont typeface="Noto Sans Symbols"/>
              <a:buNone/>
            </a:pPr>
            <a:r>
              <a:rPr b="0" i="0" lang="en-US" sz="1800" u="none" cap="none" strike="noStrike">
                <a:solidFill>
                  <a:srgbClr val="000000"/>
                </a:solidFill>
                <a:latin typeface="Arial"/>
                <a:ea typeface="Arial"/>
                <a:cs typeface="Arial"/>
                <a:sym typeface="Arial"/>
              </a:rPr>
              <a:t>Department of ISE</a:t>
            </a:r>
            <a:endParaRPr b="0" i="0" sz="1800" u="none" cap="none" strike="noStrike">
              <a:solidFill>
                <a:srgbClr val="000000"/>
              </a:solidFill>
              <a:latin typeface="Arial"/>
              <a:ea typeface="Arial"/>
              <a:cs typeface="Arial"/>
              <a:sym typeface="Arial"/>
            </a:endParaRPr>
          </a:p>
        </p:txBody>
      </p:sp>
      <p:sp>
        <p:nvSpPr>
          <p:cNvPr id="114" name="Google Shape;114;p14"/>
          <p:cNvSpPr txBox="1"/>
          <p:nvPr/>
        </p:nvSpPr>
        <p:spPr>
          <a:xfrm>
            <a:off x="1403648" y="188640"/>
            <a:ext cx="7488832" cy="1224136"/>
          </a:xfrm>
          <a:prstGeom prst="rect">
            <a:avLst/>
          </a:prstGeom>
          <a:noFill/>
          <a:ln>
            <a:noFill/>
          </a:ln>
        </p:spPr>
        <p:txBody>
          <a:bodyPr anchorCtr="0" anchor="t" bIns="45700" lIns="91425" spcFirstLastPara="1" rIns="91425" wrap="square" tIns="45700">
            <a:normAutofit fontScale="70000" lnSpcReduction="20000"/>
          </a:bodyPr>
          <a:lstStyle/>
          <a:p>
            <a:pPr indent="0" lvl="0" marL="0" marR="0" rtl="0" algn="ctr">
              <a:spcBef>
                <a:spcPts val="0"/>
              </a:spcBef>
              <a:spcAft>
                <a:spcPts val="0"/>
              </a:spcAft>
              <a:buClr>
                <a:schemeClr val="accent1"/>
              </a:buClr>
              <a:buSzPct val="85000"/>
              <a:buFont typeface="Noto Sans Symbols"/>
              <a:buNone/>
            </a:pPr>
            <a:r>
              <a:rPr b="1" i="0" lang="en-US" sz="2600" u="none" cap="none" strike="noStrike">
                <a:solidFill>
                  <a:schemeClr val="dk2"/>
                </a:solidFill>
                <a:latin typeface="Libre Baskerville"/>
                <a:ea typeface="Libre Baskerville"/>
                <a:cs typeface="Libre Baskerville"/>
                <a:sym typeface="Libre Baskerville"/>
              </a:rPr>
              <a:t>BMS College of Engineering</a:t>
            </a:r>
            <a:endParaRPr/>
          </a:p>
          <a:p>
            <a:pPr indent="0" lvl="0" marL="0" marR="0" rtl="0" algn="ctr">
              <a:spcBef>
                <a:spcPts val="580"/>
              </a:spcBef>
              <a:spcAft>
                <a:spcPts val="0"/>
              </a:spcAft>
              <a:buClr>
                <a:schemeClr val="accent1"/>
              </a:buClr>
              <a:buSzPct val="85000"/>
              <a:buFont typeface="Noto Sans Symbols"/>
              <a:buNone/>
            </a:pPr>
            <a:r>
              <a:rPr b="1" i="0" lang="en-US" sz="2600" u="none" cap="none" strike="noStrike">
                <a:solidFill>
                  <a:schemeClr val="dk2"/>
                </a:solidFill>
                <a:latin typeface="Libre Baskerville"/>
                <a:ea typeface="Libre Baskerville"/>
                <a:cs typeface="Libre Baskerville"/>
                <a:sym typeface="Libre Baskerville"/>
              </a:rPr>
              <a:t>Department of Information Science and Engineering</a:t>
            </a:r>
            <a:endParaRPr/>
          </a:p>
          <a:p>
            <a:pPr indent="0" lvl="0" marL="0" marR="0" rtl="0" algn="ctr">
              <a:spcBef>
                <a:spcPts val="580"/>
              </a:spcBef>
              <a:spcAft>
                <a:spcPts val="0"/>
              </a:spcAft>
              <a:buClr>
                <a:schemeClr val="accent1"/>
              </a:buClr>
              <a:buSzPct val="85000"/>
              <a:buFont typeface="Noto Sans Symbols"/>
              <a:buNone/>
            </a:pPr>
            <a:r>
              <a:rPr b="1" i="0" lang="en-US" sz="2600" u="none" cap="none" strike="noStrike">
                <a:solidFill>
                  <a:schemeClr val="dk2"/>
                </a:solidFill>
                <a:latin typeface="Libre Baskerville"/>
                <a:ea typeface="Libre Baskerville"/>
                <a:cs typeface="Libre Baskerville"/>
                <a:sym typeface="Libre Baskerville"/>
              </a:rPr>
              <a:t>CAPSTONE PROJECT </a:t>
            </a:r>
            <a:endParaRPr/>
          </a:p>
          <a:p>
            <a:pPr indent="0" lvl="0" marL="0" marR="0" rtl="0" algn="ctr">
              <a:spcBef>
                <a:spcPts val="580"/>
              </a:spcBef>
              <a:spcAft>
                <a:spcPts val="0"/>
              </a:spcAft>
              <a:buClr>
                <a:schemeClr val="accent1"/>
              </a:buClr>
              <a:buSzPct val="85000"/>
              <a:buFont typeface="Noto Sans Symbols"/>
              <a:buNone/>
            </a:pPr>
            <a:r>
              <a:t/>
            </a:r>
            <a:endParaRPr b="1" i="0" sz="2600" u="none" cap="none" strike="noStrike">
              <a:solidFill>
                <a:schemeClr val="dk2"/>
              </a:solidFill>
              <a:latin typeface="Libre Baskerville"/>
              <a:ea typeface="Libre Baskerville"/>
              <a:cs typeface="Libre Baskerville"/>
              <a:sym typeface="Libre Baskerville"/>
            </a:endParaRPr>
          </a:p>
        </p:txBody>
      </p:sp>
      <p:pic>
        <p:nvPicPr>
          <p:cNvPr descr="Related image" id="115" name="Google Shape;115;p14"/>
          <p:cNvPicPr preferRelativeResize="0"/>
          <p:nvPr/>
        </p:nvPicPr>
        <p:blipFill rotWithShape="1">
          <a:blip r:embed="rId3">
            <a:alphaModFix/>
          </a:blip>
          <a:srcRect b="0" l="0" r="0" t="0"/>
          <a:stretch/>
        </p:blipFill>
        <p:spPr>
          <a:xfrm>
            <a:off x="456134" y="195450"/>
            <a:ext cx="1019522" cy="992334"/>
          </a:xfrm>
          <a:prstGeom prst="rect">
            <a:avLst/>
          </a:prstGeom>
          <a:noFill/>
          <a:ln>
            <a:noFill/>
          </a:ln>
        </p:spPr>
      </p:pic>
      <p:sp>
        <p:nvSpPr>
          <p:cNvPr id="116" name="Google Shape;116;p14"/>
          <p:cNvSpPr/>
          <p:nvPr/>
        </p:nvSpPr>
        <p:spPr>
          <a:xfrm>
            <a:off x="179500" y="3074525"/>
            <a:ext cx="4665600" cy="2298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0000"/>
              </a:buClr>
              <a:buSzPts val="1800"/>
              <a:buFont typeface="Arial"/>
              <a:buNone/>
            </a:pPr>
            <a:r>
              <a:rPr b="1" i="0" lang="en-US" sz="1800" u="sng" cap="none" strike="noStrike">
                <a:solidFill>
                  <a:srgbClr val="000000"/>
                </a:solidFill>
                <a:latin typeface="Arial"/>
                <a:ea typeface="Arial"/>
                <a:cs typeface="Arial"/>
                <a:sym typeface="Arial"/>
              </a:rPr>
              <a:t>Batch No:-</a:t>
            </a:r>
            <a:r>
              <a:rPr b="0" i="0" lang="en-US" sz="1800" u="none" cap="none" strike="noStrike">
                <a:solidFill>
                  <a:srgbClr val="000000"/>
                </a:solidFill>
                <a:latin typeface="Arial"/>
                <a:ea typeface="Arial"/>
                <a:cs typeface="Arial"/>
                <a:sym typeface="Arial"/>
              </a:rPr>
              <a:t> 25</a:t>
            </a:r>
            <a:endParaRPr b="0" i="0" sz="1800" u="none" cap="none" strike="noStrike">
              <a:solidFill>
                <a:schemeClr val="dk1"/>
              </a:solidFill>
              <a:latin typeface="Libre Baskerville"/>
              <a:ea typeface="Libre Baskerville"/>
              <a:cs typeface="Libre Baskerville"/>
              <a:sym typeface="Libre Baskerville"/>
            </a:endParaRPr>
          </a:p>
          <a:p>
            <a:pPr indent="0" lvl="0" marL="0" marR="0" rtl="0" algn="l">
              <a:spcBef>
                <a:spcPts val="0"/>
              </a:spcBef>
              <a:spcAft>
                <a:spcPts val="0"/>
              </a:spcAft>
              <a:buClr>
                <a:srgbClr val="000000"/>
              </a:buClr>
              <a:buSzPts val="1800"/>
              <a:buFont typeface="Arial"/>
              <a:buNone/>
            </a:pPr>
            <a:r>
              <a:rPr b="1" i="0" lang="en-US" sz="1800" u="sng" cap="none" strike="noStrike">
                <a:solidFill>
                  <a:srgbClr val="000000"/>
                </a:solidFill>
                <a:latin typeface="Arial"/>
                <a:ea typeface="Arial"/>
                <a:cs typeface="Arial"/>
                <a:sym typeface="Arial"/>
              </a:rPr>
              <a:t>Project Team  Members: </a:t>
            </a:r>
            <a:endParaRPr b="0" i="0" sz="1800" u="none" cap="none" strike="noStrike">
              <a:solidFill>
                <a:schemeClr val="dk1"/>
              </a:solidFill>
              <a:latin typeface="Libre Baskerville"/>
              <a:ea typeface="Libre Baskerville"/>
              <a:cs typeface="Libre Baskerville"/>
              <a:sym typeface="Libre Baskerville"/>
            </a:endParaRPr>
          </a:p>
          <a:p>
            <a:pPr indent="0" lvl="0" marL="0" marR="0" rtl="0" algn="l">
              <a:lnSpc>
                <a:spcPct val="150000"/>
              </a:lnSpc>
              <a:spcBef>
                <a:spcPts val="0"/>
              </a:spcBef>
              <a:spcAft>
                <a:spcPts val="0"/>
              </a:spcAft>
              <a:buClr>
                <a:schemeClr val="dk1"/>
              </a:buClr>
              <a:buSzPts val="1800"/>
              <a:buFont typeface="Libre Baskerville"/>
              <a:buNone/>
            </a:pPr>
            <a:r>
              <a:t/>
            </a:r>
            <a:endParaRPr b="0" i="0" sz="1800" u="none" cap="none" strike="noStrike">
              <a:solidFill>
                <a:srgbClr val="000000"/>
              </a:solidFill>
              <a:latin typeface="Arial"/>
              <a:ea typeface="Arial"/>
              <a:cs typeface="Arial"/>
              <a:sym typeface="Arial"/>
            </a:endParaRPr>
          </a:p>
          <a:p>
            <a:pPr indent="0" lvl="0" marL="0" marR="0" rtl="0" algn="l">
              <a:lnSpc>
                <a:spcPct val="150000"/>
              </a:lnSpc>
              <a:spcBef>
                <a:spcPts val="0"/>
              </a:spcBef>
              <a:spcAft>
                <a:spcPts val="0"/>
              </a:spcAft>
              <a:buClr>
                <a:srgbClr val="3F3F3F"/>
              </a:buClr>
              <a:buSzPts val="1800"/>
              <a:buFont typeface="Calibri"/>
              <a:buNone/>
            </a:pPr>
            <a:r>
              <a:rPr b="1" lang="en-US" sz="2000">
                <a:solidFill>
                  <a:schemeClr val="dk1"/>
                </a:solidFill>
                <a:latin typeface="Calibri"/>
                <a:ea typeface="Calibri"/>
                <a:cs typeface="Calibri"/>
                <a:sym typeface="Calibri"/>
              </a:rPr>
              <a:t>Prateek M Gummaraju </a:t>
            </a:r>
            <a:r>
              <a:rPr b="1" i="0" lang="en-US" sz="2000" u="none" cap="none" strike="noStrike">
                <a:solidFill>
                  <a:schemeClr val="dk1"/>
                </a:solidFill>
                <a:latin typeface="Calibri"/>
                <a:ea typeface="Calibri"/>
                <a:cs typeface="Calibri"/>
                <a:sym typeface="Calibri"/>
              </a:rPr>
              <a:t>(</a:t>
            </a:r>
            <a:r>
              <a:rPr b="1" lang="en-US" sz="2000">
                <a:solidFill>
                  <a:schemeClr val="dk1"/>
                </a:solidFill>
                <a:latin typeface="Calibri"/>
                <a:ea typeface="Calibri"/>
                <a:cs typeface="Calibri"/>
                <a:sym typeface="Calibri"/>
              </a:rPr>
              <a:t>1BM19IS117</a:t>
            </a:r>
            <a:r>
              <a:rPr b="1" i="0" lang="en-US" sz="2000" u="none" cap="none" strike="noStrike">
                <a:solidFill>
                  <a:schemeClr val="dk1"/>
                </a:solidFill>
                <a:latin typeface="Calibri"/>
                <a:ea typeface="Calibri"/>
                <a:cs typeface="Calibri"/>
                <a:sym typeface="Calibri"/>
              </a:rPr>
              <a:t>)</a:t>
            </a:r>
            <a:endParaRPr sz="1600">
              <a:solidFill>
                <a:schemeClr val="dk1"/>
              </a:solidFill>
            </a:endParaRPr>
          </a:p>
          <a:p>
            <a:pPr indent="0" lvl="0" marL="0" marR="0" rtl="0" algn="l">
              <a:lnSpc>
                <a:spcPct val="150000"/>
              </a:lnSpc>
              <a:spcBef>
                <a:spcPts val="0"/>
              </a:spcBef>
              <a:spcAft>
                <a:spcPts val="0"/>
              </a:spcAft>
              <a:buClr>
                <a:srgbClr val="3F3F3F"/>
              </a:buClr>
              <a:buSzPts val="1800"/>
              <a:buFont typeface="Calibri"/>
              <a:buNone/>
            </a:pPr>
            <a:r>
              <a:rPr b="1" lang="en-US" sz="2000">
                <a:solidFill>
                  <a:schemeClr val="dk1"/>
                </a:solidFill>
                <a:latin typeface="Calibri"/>
                <a:ea typeface="Calibri"/>
                <a:cs typeface="Calibri"/>
                <a:sym typeface="Calibri"/>
              </a:rPr>
              <a:t>Ruchi Aggarwal </a:t>
            </a:r>
            <a:r>
              <a:rPr b="1" i="0" lang="en-US" sz="2000" u="none" cap="none" strike="noStrike">
                <a:solidFill>
                  <a:schemeClr val="dk1"/>
                </a:solidFill>
                <a:latin typeface="Calibri"/>
                <a:ea typeface="Calibri"/>
                <a:cs typeface="Calibri"/>
                <a:sym typeface="Calibri"/>
              </a:rPr>
              <a:t>(</a:t>
            </a:r>
            <a:r>
              <a:rPr b="1" lang="en-US" sz="2000">
                <a:solidFill>
                  <a:schemeClr val="dk1"/>
                </a:solidFill>
                <a:latin typeface="Calibri"/>
                <a:ea typeface="Calibri"/>
                <a:cs typeface="Calibri"/>
                <a:sym typeface="Calibri"/>
              </a:rPr>
              <a:t>1BM19IS133</a:t>
            </a:r>
            <a:r>
              <a:rPr b="1" i="0" lang="en-US" sz="2000" u="none" cap="none" strike="noStrike">
                <a:solidFill>
                  <a:schemeClr val="dk1"/>
                </a:solidFill>
                <a:latin typeface="Calibri"/>
                <a:ea typeface="Calibri"/>
                <a:cs typeface="Calibri"/>
                <a:sym typeface="Calibri"/>
              </a:rPr>
              <a:t>)</a:t>
            </a:r>
            <a:endParaRPr sz="1600">
              <a:solidFill>
                <a:schemeClr val="dk1"/>
              </a:solidFill>
            </a:endParaRPr>
          </a:p>
          <a:p>
            <a:pPr indent="0" lvl="0" marL="0" marR="0" rtl="0" algn="l">
              <a:lnSpc>
                <a:spcPct val="150000"/>
              </a:lnSpc>
              <a:spcBef>
                <a:spcPts val="0"/>
              </a:spcBef>
              <a:spcAft>
                <a:spcPts val="0"/>
              </a:spcAft>
              <a:buNone/>
            </a:pPr>
            <a:r>
              <a:rPr b="1" lang="en-US" sz="2000">
                <a:solidFill>
                  <a:schemeClr val="dk1"/>
                </a:solidFill>
                <a:latin typeface="Calibri"/>
                <a:ea typeface="Calibri"/>
                <a:cs typeface="Calibri"/>
                <a:sym typeface="Calibri"/>
              </a:rPr>
              <a:t>Samartha S</a:t>
            </a:r>
            <a:r>
              <a:rPr b="1" i="0" lang="en-US" sz="2000" u="none" cap="none" strike="noStrike">
                <a:solidFill>
                  <a:schemeClr val="dk1"/>
                </a:solidFill>
                <a:latin typeface="Calibri"/>
                <a:ea typeface="Calibri"/>
                <a:cs typeface="Calibri"/>
                <a:sym typeface="Calibri"/>
              </a:rPr>
              <a:t> (</a:t>
            </a:r>
            <a:r>
              <a:rPr b="1" lang="en-US" sz="2000">
                <a:solidFill>
                  <a:schemeClr val="dk1"/>
                </a:solidFill>
                <a:latin typeface="Calibri"/>
                <a:ea typeface="Calibri"/>
                <a:cs typeface="Calibri"/>
                <a:sym typeface="Calibri"/>
              </a:rPr>
              <a:t>1BM19IS219</a:t>
            </a:r>
            <a:r>
              <a:rPr b="1" i="0" lang="en-US" sz="2000" u="none" cap="none" strike="noStrike">
                <a:solidFill>
                  <a:schemeClr val="dk1"/>
                </a:solidFill>
                <a:latin typeface="Calibri"/>
                <a:ea typeface="Calibri"/>
                <a:cs typeface="Calibri"/>
                <a:sym typeface="Calibri"/>
              </a:rPr>
              <a:t>)</a:t>
            </a:r>
            <a:endParaRPr sz="1600">
              <a:solidFill>
                <a:schemeClr val="dk1"/>
              </a:solidFill>
            </a:endParaRPr>
          </a:p>
          <a:p>
            <a:pPr indent="0" lvl="0" marL="0" marR="0" rtl="0" algn="l">
              <a:spcBef>
                <a:spcPts val="0"/>
              </a:spcBef>
              <a:spcAft>
                <a:spcPts val="0"/>
              </a:spcAft>
              <a:buClr>
                <a:schemeClr val="dk1"/>
              </a:buClr>
              <a:buSzPts val="1800"/>
              <a:buFont typeface="Libre Baskerville"/>
              <a:buNone/>
            </a:pPr>
            <a:r>
              <a:t/>
            </a:r>
            <a:endParaRPr b="0" i="0" sz="1800" u="none" cap="none" strike="noStrike">
              <a:solidFill>
                <a:srgbClr val="404040"/>
              </a:solidFill>
              <a:latin typeface="Century Gothic"/>
              <a:ea typeface="Century Gothic"/>
              <a:cs typeface="Century Gothic"/>
              <a:sym typeface="Century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5"/>
          <p:cNvSpPr txBox="1"/>
          <p:nvPr>
            <p:ph idx="1" type="body"/>
          </p:nvPr>
        </p:nvSpPr>
        <p:spPr>
          <a:xfrm>
            <a:off x="1096964" y="404664"/>
            <a:ext cx="6908947" cy="609157"/>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3600"/>
              <a:buNone/>
            </a:pPr>
            <a:r>
              <a:rPr b="1" lang="en-US"/>
              <a:t>Introduction</a:t>
            </a:r>
            <a:endParaRPr sz="3600">
              <a:solidFill>
                <a:schemeClr val="dk2"/>
              </a:solidFill>
              <a:latin typeface="Libre Franklin"/>
              <a:ea typeface="Libre Franklin"/>
              <a:cs typeface="Libre Franklin"/>
              <a:sym typeface="Libre Franklin"/>
            </a:endParaRPr>
          </a:p>
        </p:txBody>
      </p:sp>
      <p:sp>
        <p:nvSpPr>
          <p:cNvPr id="122" name="Google Shape;122;p15"/>
          <p:cNvSpPr txBox="1"/>
          <p:nvPr/>
        </p:nvSpPr>
        <p:spPr>
          <a:xfrm>
            <a:off x="812800" y="1013821"/>
            <a:ext cx="7263000" cy="64191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400">
                <a:solidFill>
                  <a:srgbClr val="000000"/>
                </a:solidFill>
                <a:latin typeface="Times New Roman"/>
                <a:ea typeface="Times New Roman"/>
                <a:cs typeface="Times New Roman"/>
                <a:sym typeface="Times New Roman"/>
              </a:rPr>
              <a:t>     </a:t>
            </a:r>
            <a:endParaRPr sz="1400">
              <a:solidFill>
                <a:srgbClr val="000000"/>
              </a:solidFill>
              <a:latin typeface="Times New Roman"/>
              <a:ea typeface="Times New Roman"/>
              <a:cs typeface="Times New Roman"/>
              <a:sym typeface="Times New Roman"/>
            </a:endParaRPr>
          </a:p>
          <a:p>
            <a:pPr indent="-317500" lvl="0" marL="457200" marR="0" rtl="0" algn="just">
              <a:lnSpc>
                <a:spcPct val="115000"/>
              </a:lnSpc>
              <a:spcBef>
                <a:spcPts val="0"/>
              </a:spcBef>
              <a:spcAft>
                <a:spcPts val="0"/>
              </a:spcAft>
              <a:buClr>
                <a:srgbClr val="000000"/>
              </a:buClr>
              <a:buSzPts val="1400"/>
              <a:buFont typeface="Times New Roman"/>
              <a:buChar char="●"/>
            </a:pPr>
            <a:r>
              <a:rPr lang="en-US" sz="1800">
                <a:solidFill>
                  <a:schemeClr val="dk1"/>
                </a:solidFill>
                <a:latin typeface="Times New Roman"/>
                <a:ea typeface="Times New Roman"/>
                <a:cs typeface="Times New Roman"/>
                <a:sym typeface="Times New Roman"/>
              </a:rPr>
              <a:t>Air pollution is defined as the presence of compounds in the atmosphere that are harmful to human beings and other living organisms</a:t>
            </a:r>
            <a:endParaRPr sz="1800">
              <a:solidFill>
                <a:schemeClr val="dk1"/>
              </a:solidFill>
              <a:latin typeface="Times New Roman"/>
              <a:ea typeface="Times New Roman"/>
              <a:cs typeface="Times New Roman"/>
              <a:sym typeface="Times New Roman"/>
            </a:endParaRPr>
          </a:p>
          <a:p>
            <a:pPr indent="-317500" lvl="0" marL="457200" marR="0" rtl="0" algn="just">
              <a:lnSpc>
                <a:spcPct val="115000"/>
              </a:lnSpc>
              <a:spcBef>
                <a:spcPts val="1000"/>
              </a:spcBef>
              <a:spcAft>
                <a:spcPts val="0"/>
              </a:spcAft>
              <a:buClr>
                <a:srgbClr val="000000"/>
              </a:buClr>
              <a:buSzPts val="1400"/>
              <a:buFont typeface="Times New Roman"/>
              <a:buChar char="●"/>
            </a:pPr>
            <a:r>
              <a:rPr lang="en-US" sz="1800">
                <a:solidFill>
                  <a:schemeClr val="dk1"/>
                </a:solidFill>
                <a:latin typeface="Times New Roman"/>
                <a:ea typeface="Times New Roman"/>
                <a:cs typeface="Times New Roman"/>
                <a:sym typeface="Times New Roman"/>
              </a:rPr>
              <a:t>Has severe effects on human health - Respiratory issues, lungs and heart problems</a:t>
            </a:r>
            <a:endParaRPr sz="1800">
              <a:solidFill>
                <a:schemeClr val="dk1"/>
              </a:solidFill>
              <a:latin typeface="Times New Roman"/>
              <a:ea typeface="Times New Roman"/>
              <a:cs typeface="Times New Roman"/>
              <a:sym typeface="Times New Roman"/>
            </a:endParaRPr>
          </a:p>
          <a:p>
            <a:pPr indent="-317500" lvl="0" marL="457200" marR="0" rtl="0" algn="just">
              <a:lnSpc>
                <a:spcPct val="115000"/>
              </a:lnSpc>
              <a:spcBef>
                <a:spcPts val="1000"/>
              </a:spcBef>
              <a:spcAft>
                <a:spcPts val="0"/>
              </a:spcAft>
              <a:buClr>
                <a:srgbClr val="000000"/>
              </a:buClr>
              <a:buSzPts val="1400"/>
              <a:buFont typeface="Times New Roman"/>
              <a:buChar char="●"/>
            </a:pPr>
            <a:r>
              <a:rPr lang="en-US" sz="1800">
                <a:solidFill>
                  <a:schemeClr val="dk1"/>
                </a:solidFill>
                <a:latin typeface="Times New Roman"/>
                <a:ea typeface="Times New Roman"/>
                <a:cs typeface="Times New Roman"/>
                <a:sym typeface="Times New Roman"/>
              </a:rPr>
              <a:t>Offering a holistic approach to tackle the issue of air </a:t>
            </a:r>
            <a:r>
              <a:rPr lang="en-US" sz="1800">
                <a:solidFill>
                  <a:schemeClr val="dk1"/>
                </a:solidFill>
                <a:latin typeface="Times New Roman"/>
                <a:ea typeface="Times New Roman"/>
                <a:cs typeface="Times New Roman"/>
                <a:sym typeface="Times New Roman"/>
              </a:rPr>
              <a:t>pollution</a:t>
            </a:r>
            <a:r>
              <a:rPr lang="en-US" sz="1800">
                <a:solidFill>
                  <a:schemeClr val="dk1"/>
                </a:solidFill>
                <a:latin typeface="Times New Roman"/>
                <a:ea typeface="Times New Roman"/>
                <a:cs typeface="Times New Roman"/>
                <a:sym typeface="Times New Roman"/>
              </a:rPr>
              <a:t> by building a device that can monitor air pollution, predict future levels of </a:t>
            </a:r>
            <a:r>
              <a:rPr lang="en-US" sz="1800">
                <a:solidFill>
                  <a:schemeClr val="dk1"/>
                </a:solidFill>
                <a:latin typeface="Times New Roman"/>
                <a:ea typeface="Times New Roman"/>
                <a:cs typeface="Times New Roman"/>
                <a:sym typeface="Times New Roman"/>
              </a:rPr>
              <a:t>pollution</a:t>
            </a:r>
            <a:r>
              <a:rPr lang="en-US" sz="1800">
                <a:solidFill>
                  <a:schemeClr val="dk1"/>
                </a:solidFill>
                <a:latin typeface="Times New Roman"/>
                <a:ea typeface="Times New Roman"/>
                <a:cs typeface="Times New Roman"/>
                <a:sym typeface="Times New Roman"/>
              </a:rPr>
              <a:t> and also suggest precautionary actions and methods to reduce air pollution</a:t>
            </a:r>
            <a:endParaRPr sz="1800">
              <a:solidFill>
                <a:schemeClr val="dk1"/>
              </a:solidFill>
              <a:latin typeface="Times New Roman"/>
              <a:ea typeface="Times New Roman"/>
              <a:cs typeface="Times New Roman"/>
              <a:sym typeface="Times New Roman"/>
            </a:endParaRPr>
          </a:p>
          <a:p>
            <a:pPr indent="0" lvl="0" marL="457200" marR="0" rtl="0" algn="just">
              <a:lnSpc>
                <a:spcPct val="115000"/>
              </a:lnSpc>
              <a:spcBef>
                <a:spcPts val="1000"/>
              </a:spcBef>
              <a:spcAft>
                <a:spcPts val="0"/>
              </a:spcAft>
              <a:buNone/>
            </a:pPr>
            <a:r>
              <a:rPr lang="en-US" sz="1400">
                <a:solidFill>
                  <a:srgbClr val="000000"/>
                </a:solidFill>
                <a:latin typeface="Times New Roman"/>
                <a:ea typeface="Times New Roman"/>
                <a:cs typeface="Times New Roman"/>
                <a:sym typeface="Times New Roman"/>
              </a:rPr>
              <a:t>        </a:t>
            </a:r>
            <a:endParaRPr sz="1400">
              <a:solidFill>
                <a:srgbClr val="000000"/>
              </a:solidFill>
              <a:latin typeface="Times New Roman"/>
              <a:ea typeface="Times New Roman"/>
              <a:cs typeface="Times New Roman"/>
              <a:sym typeface="Times New Roman"/>
            </a:endParaRPr>
          </a:p>
          <a:p>
            <a:pPr indent="0" lvl="0" marL="0" marR="0" rtl="0" algn="l">
              <a:spcBef>
                <a:spcPts val="1000"/>
              </a:spcBef>
              <a:spcAft>
                <a:spcPts val="0"/>
              </a:spcAft>
              <a:buNone/>
            </a:pPr>
            <a:r>
              <a:t/>
            </a:r>
            <a:endParaRPr sz="14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4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400">
              <a:solidFill>
                <a:srgbClr val="000000"/>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a:p>
            <a:pPr indent="0" lvl="0" marL="0" marR="0" rtl="0" algn="l">
              <a:spcBef>
                <a:spcPts val="0"/>
              </a:spcBef>
              <a:spcAft>
                <a:spcPts val="0"/>
              </a:spcAft>
              <a:buNone/>
            </a:pPr>
            <a:r>
              <a:t/>
            </a:r>
            <a:endParaRPr sz="1400">
              <a:solidFill>
                <a:srgbClr val="000000"/>
              </a:solidFill>
              <a:latin typeface="Arial"/>
              <a:ea typeface="Arial"/>
              <a:cs typeface="Arial"/>
              <a:sym typeface="Arial"/>
            </a:endParaRPr>
          </a:p>
        </p:txBody>
      </p:sp>
      <p:sp>
        <p:nvSpPr>
          <p:cNvPr id="123" name="Google Shape;123;p15"/>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pic>
        <p:nvPicPr>
          <p:cNvPr id="124" name="Google Shape;124;p15"/>
          <p:cNvPicPr preferRelativeResize="0"/>
          <p:nvPr/>
        </p:nvPicPr>
        <p:blipFill>
          <a:blip r:embed="rId3">
            <a:alphaModFix/>
          </a:blip>
          <a:stretch>
            <a:fillRect/>
          </a:stretch>
        </p:blipFill>
        <p:spPr>
          <a:xfrm>
            <a:off x="2628700" y="4147674"/>
            <a:ext cx="6515300" cy="271032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6"/>
          <p:cNvSpPr txBox="1"/>
          <p:nvPr>
            <p:ph idx="1" type="body"/>
          </p:nvPr>
        </p:nvSpPr>
        <p:spPr>
          <a:xfrm>
            <a:off x="1096964" y="404664"/>
            <a:ext cx="6908947" cy="609157"/>
          </a:xfrm>
          <a:prstGeom prst="rect">
            <a:avLst/>
          </a:prstGeom>
          <a:noFill/>
          <a:ln>
            <a:noFill/>
          </a:ln>
        </p:spPr>
        <p:txBody>
          <a:bodyPr anchorCtr="0" anchor="t" bIns="91425" lIns="91425" spcFirstLastPara="1" rIns="91425" wrap="square" tIns="91425">
            <a:noAutofit/>
          </a:bodyPr>
          <a:lstStyle/>
          <a:p>
            <a:pPr indent="0" lvl="0" marL="228600" rtl="0" algn="ctr">
              <a:spcBef>
                <a:spcPts val="0"/>
              </a:spcBef>
              <a:spcAft>
                <a:spcPts val="0"/>
              </a:spcAft>
              <a:buSzPts val="1400"/>
              <a:buNone/>
            </a:pPr>
            <a:r>
              <a:rPr b="1" lang="en-US"/>
              <a:t>Motivation</a:t>
            </a:r>
            <a:endParaRPr/>
          </a:p>
        </p:txBody>
      </p:sp>
      <p:sp>
        <p:nvSpPr>
          <p:cNvPr id="130" name="Google Shape;130;p16"/>
          <p:cNvSpPr txBox="1"/>
          <p:nvPr/>
        </p:nvSpPr>
        <p:spPr>
          <a:xfrm>
            <a:off x="792225" y="793175"/>
            <a:ext cx="8256300" cy="11929200"/>
          </a:xfrm>
          <a:prstGeom prst="rect">
            <a:avLst/>
          </a:prstGeom>
          <a:no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rPr lang="en-US" sz="1400">
                <a:solidFill>
                  <a:srgbClr val="000000"/>
                </a:solidFill>
                <a:latin typeface="Times New Roman"/>
                <a:ea typeface="Times New Roman"/>
                <a:cs typeface="Times New Roman"/>
                <a:sym typeface="Times New Roman"/>
              </a:rPr>
              <a:t>     </a:t>
            </a:r>
            <a:endParaRPr sz="1400">
              <a:solidFill>
                <a:srgbClr val="000000"/>
              </a:solidFill>
              <a:latin typeface="Times New Roman"/>
              <a:ea typeface="Times New Roman"/>
              <a:cs typeface="Times New Roman"/>
              <a:sym typeface="Times New Roman"/>
            </a:endParaRPr>
          </a:p>
          <a:p>
            <a:pPr indent="0" lvl="0" marL="0" rtl="0" algn="just">
              <a:spcBef>
                <a:spcPts val="0"/>
              </a:spcBef>
              <a:spcAft>
                <a:spcPts val="0"/>
              </a:spcAft>
              <a:buNone/>
            </a:pPr>
            <a:r>
              <a:rPr lang="en-US">
                <a:latin typeface="Times New Roman"/>
                <a:ea typeface="Times New Roman"/>
                <a:cs typeface="Times New Roman"/>
                <a:sym typeface="Times New Roman"/>
              </a:rPr>
              <a:t>     </a:t>
            </a:r>
            <a:endParaRPr>
              <a:latin typeface="Times New Roman"/>
              <a:ea typeface="Times New Roman"/>
              <a:cs typeface="Times New Roman"/>
              <a:sym typeface="Times New Roman"/>
            </a:endParaRPr>
          </a:p>
          <a:p>
            <a:pPr indent="-317500" lvl="0" marL="457200" rtl="0" algn="just">
              <a:lnSpc>
                <a:spcPct val="115000"/>
              </a:lnSpc>
              <a:spcBef>
                <a:spcPts val="0"/>
              </a:spcBef>
              <a:spcAft>
                <a:spcPts val="0"/>
              </a:spcAft>
              <a:buSzPts val="1400"/>
              <a:buFont typeface="Times New Roman"/>
              <a:buChar char="●"/>
            </a:pPr>
            <a:r>
              <a:rPr lang="en-US" sz="1800">
                <a:solidFill>
                  <a:schemeClr val="dk1"/>
                </a:solidFill>
                <a:latin typeface="Times New Roman"/>
                <a:ea typeface="Times New Roman"/>
                <a:cs typeface="Times New Roman"/>
                <a:sym typeface="Times New Roman"/>
              </a:rPr>
              <a:t>Air pollution claims 7 million lives a year making it the most dangerous type of pollution</a:t>
            </a:r>
            <a:endParaRPr sz="1800">
              <a:solidFill>
                <a:schemeClr val="dk1"/>
              </a:solidFill>
              <a:latin typeface="Times New Roman"/>
              <a:ea typeface="Times New Roman"/>
              <a:cs typeface="Times New Roman"/>
              <a:sym typeface="Times New Roman"/>
            </a:endParaRPr>
          </a:p>
          <a:p>
            <a:pPr indent="-317500" lvl="0" marL="457200" rtl="0" algn="just">
              <a:lnSpc>
                <a:spcPct val="115000"/>
              </a:lnSpc>
              <a:spcBef>
                <a:spcPts val="1000"/>
              </a:spcBef>
              <a:spcAft>
                <a:spcPts val="0"/>
              </a:spcAft>
              <a:buSzPts val="1400"/>
              <a:buFont typeface="Times New Roman"/>
              <a:buChar char="●"/>
            </a:pPr>
            <a:r>
              <a:rPr lang="en-US" sz="1800">
                <a:solidFill>
                  <a:schemeClr val="dk1"/>
                </a:solidFill>
                <a:latin typeface="Times New Roman"/>
                <a:ea typeface="Times New Roman"/>
                <a:cs typeface="Times New Roman"/>
                <a:sym typeface="Times New Roman"/>
              </a:rPr>
              <a:t>No present technology that is implemented on a large scale in urban areas</a:t>
            </a:r>
            <a:endParaRPr sz="1800">
              <a:solidFill>
                <a:schemeClr val="dk1"/>
              </a:solidFill>
              <a:latin typeface="Times New Roman"/>
              <a:ea typeface="Times New Roman"/>
              <a:cs typeface="Times New Roman"/>
              <a:sym typeface="Times New Roman"/>
            </a:endParaRPr>
          </a:p>
          <a:p>
            <a:pPr indent="-317500" lvl="0" marL="457200" rtl="0" algn="just">
              <a:lnSpc>
                <a:spcPct val="115000"/>
              </a:lnSpc>
              <a:spcBef>
                <a:spcPts val="1000"/>
              </a:spcBef>
              <a:spcAft>
                <a:spcPts val="0"/>
              </a:spcAft>
              <a:buSzPts val="1400"/>
              <a:buFont typeface="Times New Roman"/>
              <a:buChar char="●"/>
            </a:pPr>
            <a:r>
              <a:rPr lang="en-US" sz="1800">
                <a:solidFill>
                  <a:schemeClr val="dk1"/>
                </a:solidFill>
                <a:latin typeface="Times New Roman"/>
                <a:ea typeface="Times New Roman"/>
                <a:cs typeface="Times New Roman"/>
                <a:sym typeface="Times New Roman"/>
              </a:rPr>
              <a:t>Lack of effective mobile apps</a:t>
            </a:r>
            <a:endParaRPr sz="1800">
              <a:solidFill>
                <a:schemeClr val="dk1"/>
              </a:solidFill>
              <a:latin typeface="Times New Roman"/>
              <a:ea typeface="Times New Roman"/>
              <a:cs typeface="Times New Roman"/>
              <a:sym typeface="Times New Roman"/>
            </a:endParaRPr>
          </a:p>
          <a:p>
            <a:pPr indent="-317500" lvl="0" marL="457200" rtl="0" algn="just">
              <a:lnSpc>
                <a:spcPct val="115000"/>
              </a:lnSpc>
              <a:spcBef>
                <a:spcPts val="1000"/>
              </a:spcBef>
              <a:spcAft>
                <a:spcPts val="0"/>
              </a:spcAft>
              <a:buSzPts val="1400"/>
              <a:buFont typeface="Times New Roman"/>
              <a:buChar char="●"/>
            </a:pPr>
            <a:r>
              <a:rPr lang="en-US" sz="1800">
                <a:solidFill>
                  <a:schemeClr val="dk1"/>
                </a:solidFill>
                <a:latin typeface="Times New Roman"/>
                <a:ea typeface="Times New Roman"/>
                <a:cs typeface="Times New Roman"/>
                <a:sym typeface="Times New Roman"/>
              </a:rPr>
              <a:t>Lack of awareness </a:t>
            </a:r>
            <a:endParaRPr sz="1800">
              <a:solidFill>
                <a:schemeClr val="dk1"/>
              </a:solidFill>
              <a:latin typeface="Times New Roman"/>
              <a:ea typeface="Times New Roman"/>
              <a:cs typeface="Times New Roman"/>
              <a:sym typeface="Times New Roman"/>
            </a:endParaRPr>
          </a:p>
          <a:p>
            <a:pPr indent="-317500" lvl="0" marL="457200" rtl="0" algn="just">
              <a:lnSpc>
                <a:spcPct val="115000"/>
              </a:lnSpc>
              <a:spcBef>
                <a:spcPts val="1000"/>
              </a:spcBef>
              <a:spcAft>
                <a:spcPts val="0"/>
              </a:spcAft>
              <a:buSzPts val="1400"/>
              <a:buFont typeface="Times New Roman"/>
              <a:buChar char="●"/>
            </a:pPr>
            <a:r>
              <a:rPr lang="en-US" sz="1800">
                <a:solidFill>
                  <a:schemeClr val="dk1"/>
                </a:solidFill>
                <a:latin typeface="Times New Roman"/>
                <a:ea typeface="Times New Roman"/>
                <a:cs typeface="Times New Roman"/>
                <a:sym typeface="Times New Roman"/>
              </a:rPr>
              <a:t>Demonstrate </a:t>
            </a:r>
            <a:r>
              <a:rPr lang="en-US" sz="1800">
                <a:solidFill>
                  <a:schemeClr val="dk1"/>
                </a:solidFill>
                <a:latin typeface="Times New Roman"/>
                <a:ea typeface="Times New Roman"/>
                <a:cs typeface="Times New Roman"/>
                <a:sym typeface="Times New Roman"/>
              </a:rPr>
              <a:t>the</a:t>
            </a:r>
            <a:r>
              <a:rPr lang="en-US" sz="1800">
                <a:solidFill>
                  <a:schemeClr val="dk1"/>
                </a:solidFill>
                <a:latin typeface="Times New Roman"/>
                <a:ea typeface="Times New Roman"/>
                <a:cs typeface="Times New Roman"/>
                <a:sym typeface="Times New Roman"/>
              </a:rPr>
              <a:t> possibility of a device to tackle to this problem which  is:</a:t>
            </a:r>
            <a:endParaRPr sz="1800">
              <a:solidFill>
                <a:schemeClr val="dk1"/>
              </a:solidFill>
              <a:latin typeface="Times New Roman"/>
              <a:ea typeface="Times New Roman"/>
              <a:cs typeface="Times New Roman"/>
              <a:sym typeface="Times New Roman"/>
            </a:endParaRPr>
          </a:p>
          <a:p>
            <a:pPr indent="-317500" lvl="1" marL="914400" rtl="0" algn="just">
              <a:lnSpc>
                <a:spcPct val="115000"/>
              </a:lnSpc>
              <a:spcBef>
                <a:spcPts val="1000"/>
              </a:spcBef>
              <a:spcAft>
                <a:spcPts val="0"/>
              </a:spcAft>
              <a:buSzPts val="1400"/>
              <a:buFont typeface="Times New Roman"/>
              <a:buChar char="○"/>
            </a:pPr>
            <a:r>
              <a:rPr lang="en-US" sz="1800">
                <a:solidFill>
                  <a:schemeClr val="dk1"/>
                </a:solidFill>
                <a:latin typeface="Times New Roman"/>
                <a:ea typeface="Times New Roman"/>
                <a:cs typeface="Times New Roman"/>
                <a:sym typeface="Times New Roman"/>
              </a:rPr>
              <a:t>Cost effective</a:t>
            </a:r>
            <a:endParaRPr sz="1800">
              <a:solidFill>
                <a:schemeClr val="dk1"/>
              </a:solidFill>
              <a:latin typeface="Times New Roman"/>
              <a:ea typeface="Times New Roman"/>
              <a:cs typeface="Times New Roman"/>
              <a:sym typeface="Times New Roman"/>
            </a:endParaRPr>
          </a:p>
          <a:p>
            <a:pPr indent="-317500" lvl="1" marL="914400" rtl="0" algn="just">
              <a:lnSpc>
                <a:spcPct val="115000"/>
              </a:lnSpc>
              <a:spcBef>
                <a:spcPts val="1000"/>
              </a:spcBef>
              <a:spcAft>
                <a:spcPts val="0"/>
              </a:spcAft>
              <a:buSzPts val="1400"/>
              <a:buFont typeface="Times New Roman"/>
              <a:buChar char="○"/>
            </a:pPr>
            <a:r>
              <a:rPr lang="en-US" sz="1800">
                <a:solidFill>
                  <a:schemeClr val="dk1"/>
                </a:solidFill>
                <a:latin typeface="Times New Roman"/>
                <a:ea typeface="Times New Roman"/>
                <a:cs typeface="Times New Roman"/>
                <a:sym typeface="Times New Roman"/>
              </a:rPr>
              <a:t>Compact</a:t>
            </a:r>
            <a:endParaRPr sz="1800">
              <a:solidFill>
                <a:schemeClr val="dk1"/>
              </a:solidFill>
              <a:latin typeface="Times New Roman"/>
              <a:ea typeface="Times New Roman"/>
              <a:cs typeface="Times New Roman"/>
              <a:sym typeface="Times New Roman"/>
            </a:endParaRPr>
          </a:p>
          <a:p>
            <a:pPr indent="-317500" lvl="1" marL="914400" rtl="0" algn="just">
              <a:lnSpc>
                <a:spcPct val="115000"/>
              </a:lnSpc>
              <a:spcBef>
                <a:spcPts val="1000"/>
              </a:spcBef>
              <a:spcAft>
                <a:spcPts val="0"/>
              </a:spcAft>
              <a:buSzPts val="1400"/>
              <a:buFont typeface="Times New Roman"/>
              <a:buChar char="○"/>
            </a:pPr>
            <a:r>
              <a:rPr lang="en-US" sz="1800">
                <a:solidFill>
                  <a:schemeClr val="dk1"/>
                </a:solidFill>
                <a:latin typeface="Times New Roman"/>
                <a:ea typeface="Times New Roman"/>
                <a:cs typeface="Times New Roman"/>
                <a:sym typeface="Times New Roman"/>
              </a:rPr>
              <a:t>Easy to use</a:t>
            </a:r>
            <a:endParaRPr sz="1800">
              <a:solidFill>
                <a:schemeClr val="dk1"/>
              </a:solidFill>
              <a:latin typeface="Times New Roman"/>
              <a:ea typeface="Times New Roman"/>
              <a:cs typeface="Times New Roman"/>
              <a:sym typeface="Times New Roman"/>
            </a:endParaRPr>
          </a:p>
          <a:p>
            <a:pPr indent="0" lvl="0" marL="0" rtl="0" algn="just">
              <a:lnSpc>
                <a:spcPct val="115000"/>
              </a:lnSpc>
              <a:spcBef>
                <a:spcPts val="1000"/>
              </a:spcBef>
              <a:spcAft>
                <a:spcPts val="0"/>
              </a:spcAft>
              <a:buNone/>
            </a:pPr>
            <a:r>
              <a:t/>
            </a:r>
            <a:endParaRPr sz="1800">
              <a:solidFill>
                <a:schemeClr val="dk1"/>
              </a:solidFill>
              <a:latin typeface="Times New Roman"/>
              <a:ea typeface="Times New Roman"/>
              <a:cs typeface="Times New Roman"/>
              <a:sym typeface="Times New Roman"/>
            </a:endParaRPr>
          </a:p>
          <a:p>
            <a:pPr indent="-342900" lvl="0" marL="457200" rtl="0" algn="just">
              <a:lnSpc>
                <a:spcPct val="115000"/>
              </a:lnSpc>
              <a:spcBef>
                <a:spcPts val="1000"/>
              </a:spcBef>
              <a:spcAft>
                <a:spcPts val="0"/>
              </a:spcAft>
              <a:buClr>
                <a:schemeClr val="dk1"/>
              </a:buClr>
              <a:buSzPts val="1800"/>
              <a:buFont typeface="Times New Roman"/>
              <a:buChar char="●"/>
            </a:pPr>
            <a:r>
              <a:rPr lang="en-US" sz="1800">
                <a:solidFill>
                  <a:schemeClr val="dk1"/>
                </a:solidFill>
                <a:latin typeface="Times New Roman"/>
                <a:ea typeface="Times New Roman"/>
                <a:cs typeface="Times New Roman"/>
                <a:sym typeface="Times New Roman"/>
              </a:rPr>
              <a:t>Help Bengaluru remain the Garden City of India for many years to come</a:t>
            </a:r>
            <a:endParaRPr sz="1800">
              <a:solidFill>
                <a:schemeClr val="dk1"/>
              </a:solidFill>
              <a:latin typeface="Times New Roman"/>
              <a:ea typeface="Times New Roman"/>
              <a:cs typeface="Times New Roman"/>
              <a:sym typeface="Times New Roman"/>
            </a:endParaRPr>
          </a:p>
        </p:txBody>
      </p:sp>
      <p:sp>
        <p:nvSpPr>
          <p:cNvPr id="131" name="Google Shape;131;p16"/>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132" name="Google Shape;132;p16"/>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133" name="Google Shape;133;p16"/>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03-02-2023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7"/>
          <p:cNvSpPr txBox="1"/>
          <p:nvPr>
            <p:ph idx="1" type="body"/>
          </p:nvPr>
        </p:nvSpPr>
        <p:spPr>
          <a:xfrm>
            <a:off x="1299842" y="404664"/>
            <a:ext cx="6394280" cy="882316"/>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2800"/>
              <a:buNone/>
            </a:pPr>
            <a:r>
              <a:rPr b="1" lang="en-US"/>
              <a:t>Existing System</a:t>
            </a:r>
            <a:endParaRPr sz="3600">
              <a:solidFill>
                <a:schemeClr val="dk2"/>
              </a:solidFill>
              <a:latin typeface="Libre Franklin"/>
              <a:ea typeface="Libre Franklin"/>
              <a:cs typeface="Libre Franklin"/>
              <a:sym typeface="Libre Franklin"/>
            </a:endParaRPr>
          </a:p>
        </p:txBody>
      </p:sp>
      <p:sp>
        <p:nvSpPr>
          <p:cNvPr id="139" name="Google Shape;139;p17"/>
          <p:cNvSpPr txBox="1"/>
          <p:nvPr>
            <p:ph idx="3" type="body"/>
          </p:nvPr>
        </p:nvSpPr>
        <p:spPr>
          <a:xfrm>
            <a:off x="511175" y="1396100"/>
            <a:ext cx="8241000" cy="4615200"/>
          </a:xfrm>
          <a:prstGeom prst="rect">
            <a:avLst/>
          </a:prstGeom>
          <a:noFill/>
          <a:ln>
            <a:noFill/>
          </a:ln>
        </p:spPr>
        <p:txBody>
          <a:bodyPr anchorCtr="0" anchor="t" bIns="91425" lIns="91425" spcFirstLastPara="1" rIns="91425" wrap="square" tIns="91425">
            <a:noAutofit/>
          </a:bodyPr>
          <a:lstStyle/>
          <a:p>
            <a:pPr indent="-304800" lvl="0" marL="457200" rtl="0" algn="just">
              <a:lnSpc>
                <a:spcPct val="150000"/>
              </a:lnSpc>
              <a:spcBef>
                <a:spcPts val="0"/>
              </a:spcBef>
              <a:spcAft>
                <a:spcPts val="0"/>
              </a:spcAft>
              <a:buSzPts val="1200"/>
              <a:buFont typeface="Times New Roman"/>
              <a:buChar char="●"/>
            </a:pPr>
            <a:r>
              <a:rPr lang="en-US" sz="1200">
                <a:latin typeface="Times New Roman"/>
                <a:ea typeface="Times New Roman"/>
                <a:cs typeface="Times New Roman"/>
                <a:sym typeface="Times New Roman"/>
              </a:rPr>
              <a:t>There is no one stop solution for eliminating air pollution. With the rising trends of population expansion, urbanisation, industrialization, and increased affluence, the number of potential sources of air pollution grows quickly every year.</a:t>
            </a:r>
            <a:endParaRPr sz="1200">
              <a:latin typeface="Times New Roman"/>
              <a:ea typeface="Times New Roman"/>
              <a:cs typeface="Times New Roman"/>
              <a:sym typeface="Times New Roman"/>
            </a:endParaRPr>
          </a:p>
          <a:p>
            <a:pPr indent="-304800" lvl="0" marL="457200" rtl="0" algn="just">
              <a:lnSpc>
                <a:spcPct val="150000"/>
              </a:lnSpc>
              <a:spcBef>
                <a:spcPts val="0"/>
              </a:spcBef>
              <a:spcAft>
                <a:spcPts val="0"/>
              </a:spcAft>
              <a:buSzPts val="1200"/>
              <a:buFont typeface="Times New Roman"/>
              <a:buChar char="●"/>
            </a:pPr>
            <a:r>
              <a:rPr lang="en-US" sz="1200">
                <a:latin typeface="Times New Roman"/>
                <a:ea typeface="Times New Roman"/>
                <a:cs typeface="Times New Roman"/>
                <a:sym typeface="Times New Roman"/>
              </a:rPr>
              <a:t>The only way people can get accurate updates on air pollution is by reading the Government report at the end of each month. This gives a day by day AQI breakdown for 7 major areas in Bangalore.</a:t>
            </a:r>
            <a:endParaRPr sz="1200">
              <a:latin typeface="Times New Roman"/>
              <a:ea typeface="Times New Roman"/>
              <a:cs typeface="Times New Roman"/>
              <a:sym typeface="Times New Roman"/>
            </a:endParaRPr>
          </a:p>
          <a:p>
            <a:pPr indent="0" lvl="0" marL="0" rtl="0" algn="just">
              <a:lnSpc>
                <a:spcPct val="150000"/>
              </a:lnSpc>
              <a:spcBef>
                <a:spcPts val="1000"/>
              </a:spcBef>
              <a:spcAft>
                <a:spcPts val="0"/>
              </a:spcAft>
              <a:buSzPts val="1100"/>
              <a:buNone/>
            </a:pPr>
            <a:r>
              <a:t/>
            </a:r>
            <a:endParaRPr sz="1200">
              <a:latin typeface="Times New Roman"/>
              <a:ea typeface="Times New Roman"/>
              <a:cs typeface="Times New Roman"/>
              <a:sym typeface="Times New Roman"/>
            </a:endParaRPr>
          </a:p>
          <a:p>
            <a:pPr indent="0" lvl="0" marL="0" rtl="0" algn="just">
              <a:lnSpc>
                <a:spcPct val="150000"/>
              </a:lnSpc>
              <a:spcBef>
                <a:spcPts val="1000"/>
              </a:spcBef>
              <a:spcAft>
                <a:spcPts val="0"/>
              </a:spcAft>
              <a:buSzPts val="1100"/>
              <a:buNone/>
            </a:pPr>
            <a:r>
              <a:t/>
            </a:r>
            <a:endParaRPr sz="1200">
              <a:latin typeface="Times New Roman"/>
              <a:ea typeface="Times New Roman"/>
              <a:cs typeface="Times New Roman"/>
              <a:sym typeface="Times New Roman"/>
            </a:endParaRPr>
          </a:p>
          <a:p>
            <a:pPr indent="0" lvl="0" marL="0" rtl="0" algn="just">
              <a:lnSpc>
                <a:spcPct val="150000"/>
              </a:lnSpc>
              <a:spcBef>
                <a:spcPts val="1000"/>
              </a:spcBef>
              <a:spcAft>
                <a:spcPts val="0"/>
              </a:spcAft>
              <a:buSzPts val="1100"/>
              <a:buNone/>
            </a:pPr>
            <a:r>
              <a:t/>
            </a:r>
            <a:endParaRPr sz="1200">
              <a:latin typeface="Times New Roman"/>
              <a:ea typeface="Times New Roman"/>
              <a:cs typeface="Times New Roman"/>
              <a:sym typeface="Times New Roman"/>
            </a:endParaRPr>
          </a:p>
          <a:p>
            <a:pPr indent="0" lvl="0" marL="0" rtl="0" algn="just">
              <a:lnSpc>
                <a:spcPct val="150000"/>
              </a:lnSpc>
              <a:spcBef>
                <a:spcPts val="1000"/>
              </a:spcBef>
              <a:spcAft>
                <a:spcPts val="0"/>
              </a:spcAft>
              <a:buSzPts val="1100"/>
              <a:buNone/>
            </a:pPr>
            <a:r>
              <a:t/>
            </a:r>
            <a:endParaRPr sz="1200">
              <a:latin typeface="Times New Roman"/>
              <a:ea typeface="Times New Roman"/>
              <a:cs typeface="Times New Roman"/>
              <a:sym typeface="Times New Roman"/>
            </a:endParaRPr>
          </a:p>
          <a:p>
            <a:pPr indent="-304800" lvl="0" marL="457200" rtl="0" algn="just">
              <a:lnSpc>
                <a:spcPct val="150000"/>
              </a:lnSpc>
              <a:spcBef>
                <a:spcPts val="1000"/>
              </a:spcBef>
              <a:spcAft>
                <a:spcPts val="0"/>
              </a:spcAft>
              <a:buSzPts val="1200"/>
              <a:buFont typeface="Times New Roman"/>
              <a:buChar char="●"/>
            </a:pPr>
            <a:r>
              <a:rPr lang="en-US" sz="1200">
                <a:latin typeface="Times New Roman"/>
                <a:ea typeface="Times New Roman"/>
                <a:cs typeface="Times New Roman"/>
                <a:sym typeface="Times New Roman"/>
              </a:rPr>
              <a:t>Another option is going by existing websites; but </a:t>
            </a:r>
            <a:r>
              <a:rPr lang="en-US" sz="1200">
                <a:latin typeface="Times New Roman"/>
                <a:ea typeface="Times New Roman"/>
                <a:cs typeface="Times New Roman"/>
                <a:sym typeface="Times New Roman"/>
              </a:rPr>
              <a:t>these</a:t>
            </a:r>
            <a:r>
              <a:rPr lang="en-US" sz="1200">
                <a:latin typeface="Times New Roman"/>
                <a:ea typeface="Times New Roman"/>
                <a:cs typeface="Times New Roman"/>
                <a:sym typeface="Times New Roman"/>
              </a:rPr>
              <a:t> only predict AQI of Bangalore as whole, which as can be seen from the above example, may not be very accurate. For example, www.iqair.com.</a:t>
            </a:r>
            <a:endParaRPr sz="1200">
              <a:latin typeface="Times New Roman"/>
              <a:ea typeface="Times New Roman"/>
              <a:cs typeface="Times New Roman"/>
              <a:sym typeface="Times New Roman"/>
            </a:endParaRPr>
          </a:p>
          <a:p>
            <a:pPr indent="0" lvl="0" marL="457200" rtl="0" algn="just">
              <a:lnSpc>
                <a:spcPct val="150000"/>
              </a:lnSpc>
              <a:spcBef>
                <a:spcPts val="1000"/>
              </a:spcBef>
              <a:spcAft>
                <a:spcPts val="1000"/>
              </a:spcAft>
              <a:buNone/>
            </a:pPr>
            <a:r>
              <a:t/>
            </a:r>
            <a:endParaRPr sz="1200">
              <a:latin typeface="Times New Roman"/>
              <a:ea typeface="Times New Roman"/>
              <a:cs typeface="Times New Roman"/>
              <a:sym typeface="Times New Roman"/>
            </a:endParaRPr>
          </a:p>
        </p:txBody>
      </p:sp>
      <p:sp>
        <p:nvSpPr>
          <p:cNvPr id="140" name="Google Shape;140;p17"/>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141" name="Google Shape;141;p17"/>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pic>
        <p:nvPicPr>
          <p:cNvPr id="142" name="Google Shape;142;p17"/>
          <p:cNvPicPr preferRelativeResize="0"/>
          <p:nvPr/>
        </p:nvPicPr>
        <p:blipFill>
          <a:blip r:embed="rId3">
            <a:alphaModFix/>
          </a:blip>
          <a:stretch>
            <a:fillRect/>
          </a:stretch>
        </p:blipFill>
        <p:spPr>
          <a:xfrm>
            <a:off x="1577625" y="2664289"/>
            <a:ext cx="5716601" cy="1529423"/>
          </a:xfrm>
          <a:prstGeom prst="rect">
            <a:avLst/>
          </a:prstGeom>
          <a:noFill/>
          <a:ln>
            <a:noFill/>
          </a:ln>
        </p:spPr>
      </p:pic>
      <p:pic>
        <p:nvPicPr>
          <p:cNvPr id="143" name="Google Shape;143;p17"/>
          <p:cNvPicPr preferRelativeResize="0"/>
          <p:nvPr/>
        </p:nvPicPr>
        <p:blipFill>
          <a:blip r:embed="rId4">
            <a:alphaModFix/>
          </a:blip>
          <a:stretch>
            <a:fillRect/>
          </a:stretch>
        </p:blipFill>
        <p:spPr>
          <a:xfrm>
            <a:off x="1124750" y="4945416"/>
            <a:ext cx="7353301" cy="1065883"/>
          </a:xfrm>
          <a:prstGeom prst="rect">
            <a:avLst/>
          </a:prstGeom>
          <a:noFill/>
          <a:ln>
            <a:noFill/>
          </a:ln>
        </p:spPr>
      </p:pic>
      <p:sp>
        <p:nvSpPr>
          <p:cNvPr id="144" name="Google Shape;144;p17"/>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03-02-2023</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8"/>
          <p:cNvSpPr txBox="1"/>
          <p:nvPr>
            <p:ph idx="1" type="body"/>
          </p:nvPr>
        </p:nvSpPr>
        <p:spPr>
          <a:xfrm>
            <a:off x="802948" y="213022"/>
            <a:ext cx="7538100" cy="88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2800"/>
              <a:buNone/>
            </a:pPr>
            <a:r>
              <a:rPr b="1" lang="en-US"/>
              <a:t>Proposed System</a:t>
            </a:r>
            <a:endParaRPr sz="3600">
              <a:solidFill>
                <a:schemeClr val="dk2"/>
              </a:solidFill>
              <a:latin typeface="Libre Franklin"/>
              <a:ea typeface="Libre Franklin"/>
              <a:cs typeface="Libre Franklin"/>
              <a:sym typeface="Libre Franklin"/>
            </a:endParaRPr>
          </a:p>
        </p:txBody>
      </p:sp>
      <p:sp>
        <p:nvSpPr>
          <p:cNvPr id="150" name="Google Shape;150;p18"/>
          <p:cNvSpPr txBox="1"/>
          <p:nvPr>
            <p:ph idx="3" type="body"/>
          </p:nvPr>
        </p:nvSpPr>
        <p:spPr>
          <a:xfrm>
            <a:off x="742950" y="961200"/>
            <a:ext cx="7810500" cy="4935600"/>
          </a:xfrm>
          <a:prstGeom prst="rect">
            <a:avLst/>
          </a:prstGeom>
          <a:noFill/>
          <a:ln>
            <a:noFill/>
          </a:ln>
        </p:spPr>
        <p:txBody>
          <a:bodyPr anchorCtr="0" anchor="t" bIns="91425" lIns="91425" spcFirstLastPara="1" rIns="91425" wrap="square" tIns="91425">
            <a:noAutofit/>
          </a:bodyPr>
          <a:lstStyle/>
          <a:p>
            <a:pPr indent="-317500" lvl="0" marL="457200" rtl="0" algn="just">
              <a:lnSpc>
                <a:spcPct val="150000"/>
              </a:lnSpc>
              <a:spcBef>
                <a:spcPts val="0"/>
              </a:spcBef>
              <a:spcAft>
                <a:spcPts val="0"/>
              </a:spcAft>
              <a:buSzPts val="1400"/>
              <a:buFont typeface="Times New Roman"/>
              <a:buChar char="●"/>
            </a:pPr>
            <a:r>
              <a:rPr lang="en-US" sz="1400">
                <a:latin typeface="Times New Roman"/>
                <a:ea typeface="Times New Roman"/>
                <a:cs typeface="Times New Roman"/>
                <a:sym typeface="Times New Roman"/>
              </a:rPr>
              <a:t>We propose to build an IoT device using Arduino Uno and several sensors to detect pollutants such as Particulate Matter, Nitrogen Oxides, Sulphur Dioxide, Ozone, Carbon Monoxide, etc. Using hourly values of these </a:t>
            </a:r>
            <a:r>
              <a:rPr lang="en-US" sz="1400">
                <a:latin typeface="Times New Roman"/>
                <a:ea typeface="Times New Roman"/>
                <a:cs typeface="Times New Roman"/>
                <a:sym typeface="Times New Roman"/>
              </a:rPr>
              <a:t>sensors</a:t>
            </a:r>
            <a:r>
              <a:rPr lang="en-US" sz="1400">
                <a:latin typeface="Times New Roman"/>
                <a:ea typeface="Times New Roman"/>
                <a:cs typeface="Times New Roman"/>
                <a:sym typeface="Times New Roman"/>
              </a:rPr>
              <a:t>, we will calculate the sub indices of each pollutant and hence the AQI. AQI will be calculated per day.</a:t>
            </a:r>
            <a:endParaRPr sz="1400">
              <a:latin typeface="Times New Roman"/>
              <a:ea typeface="Times New Roman"/>
              <a:cs typeface="Times New Roman"/>
              <a:sym typeface="Times New Roman"/>
            </a:endParaRPr>
          </a:p>
          <a:p>
            <a:pPr indent="-317500" lvl="0" marL="457200" rtl="0" algn="just">
              <a:lnSpc>
                <a:spcPct val="150000"/>
              </a:lnSpc>
              <a:spcBef>
                <a:spcPts val="1000"/>
              </a:spcBef>
              <a:spcAft>
                <a:spcPts val="0"/>
              </a:spcAft>
              <a:buSzPts val="1400"/>
              <a:buFont typeface="Times New Roman"/>
              <a:buChar char="●"/>
            </a:pPr>
            <a:r>
              <a:rPr lang="en-US" sz="1400">
                <a:latin typeface="Times New Roman"/>
                <a:ea typeface="Times New Roman"/>
                <a:cs typeface="Times New Roman"/>
                <a:sym typeface="Times New Roman"/>
              </a:rPr>
              <a:t>Using the collected AQI data, and existing dataset from 2015 to 2020, and 2021-2022, we aim to build a Machine Learning model to forecast the AQI for the coming few days in Jayanagar-Basavanagudi region. </a:t>
            </a:r>
            <a:endParaRPr sz="1400">
              <a:latin typeface="Times New Roman"/>
              <a:ea typeface="Times New Roman"/>
              <a:cs typeface="Times New Roman"/>
              <a:sym typeface="Times New Roman"/>
            </a:endParaRPr>
          </a:p>
          <a:p>
            <a:pPr indent="-317500" lvl="0" marL="457200" rtl="0" algn="just">
              <a:lnSpc>
                <a:spcPct val="150000"/>
              </a:lnSpc>
              <a:spcBef>
                <a:spcPts val="1000"/>
              </a:spcBef>
              <a:spcAft>
                <a:spcPts val="0"/>
              </a:spcAft>
              <a:buSzPts val="1400"/>
              <a:buFont typeface="Times New Roman"/>
              <a:buChar char="●"/>
            </a:pPr>
            <a:r>
              <a:rPr lang="en-US" sz="1400">
                <a:latin typeface="Times New Roman"/>
                <a:ea typeface="Times New Roman"/>
                <a:cs typeface="Times New Roman"/>
                <a:sym typeface="Times New Roman"/>
              </a:rPr>
              <a:t>Why only this region? Because the AQI at any given time varies all over Bangalore. Hence, if we can model one area </a:t>
            </a:r>
            <a:r>
              <a:rPr lang="en-US" sz="1400">
                <a:latin typeface="Times New Roman"/>
                <a:ea typeface="Times New Roman"/>
                <a:cs typeface="Times New Roman"/>
                <a:sym typeface="Times New Roman"/>
              </a:rPr>
              <a:t>accurately</a:t>
            </a:r>
            <a:r>
              <a:rPr lang="en-US" sz="1400">
                <a:latin typeface="Times New Roman"/>
                <a:ea typeface="Times New Roman"/>
                <a:cs typeface="Times New Roman"/>
                <a:sym typeface="Times New Roman"/>
              </a:rPr>
              <a:t>, repeating the same for all other areas should be easy.</a:t>
            </a:r>
            <a:endParaRPr sz="1400">
              <a:latin typeface="Times New Roman"/>
              <a:ea typeface="Times New Roman"/>
              <a:cs typeface="Times New Roman"/>
              <a:sym typeface="Times New Roman"/>
            </a:endParaRPr>
          </a:p>
          <a:p>
            <a:pPr indent="-317500" lvl="0" marL="457200" rtl="0" algn="just">
              <a:lnSpc>
                <a:spcPct val="150000"/>
              </a:lnSpc>
              <a:spcBef>
                <a:spcPts val="1000"/>
              </a:spcBef>
              <a:spcAft>
                <a:spcPts val="0"/>
              </a:spcAft>
              <a:buSzPts val="1400"/>
              <a:buFont typeface="Times New Roman"/>
              <a:buChar char="●"/>
            </a:pPr>
            <a:r>
              <a:rPr lang="en-US" sz="1400">
                <a:latin typeface="Times New Roman"/>
                <a:ea typeface="Times New Roman"/>
                <a:cs typeface="Times New Roman"/>
                <a:sym typeface="Times New Roman"/>
              </a:rPr>
              <a:t>We aim to build a website showing daily forecasts of AQI, giving tips on reducing the AQI and </a:t>
            </a:r>
            <a:r>
              <a:rPr lang="en-US" sz="1400">
                <a:latin typeface="Times New Roman"/>
                <a:ea typeface="Times New Roman"/>
                <a:cs typeface="Times New Roman"/>
                <a:sym typeface="Times New Roman"/>
              </a:rPr>
              <a:t>precautionary</a:t>
            </a:r>
            <a:r>
              <a:rPr lang="en-US" sz="1400">
                <a:latin typeface="Times New Roman"/>
                <a:ea typeface="Times New Roman"/>
                <a:cs typeface="Times New Roman"/>
                <a:sym typeface="Times New Roman"/>
              </a:rPr>
              <a:t> measures to help people negate the </a:t>
            </a:r>
            <a:r>
              <a:rPr lang="en-US" sz="1400">
                <a:latin typeface="Times New Roman"/>
                <a:ea typeface="Times New Roman"/>
                <a:cs typeface="Times New Roman"/>
                <a:sym typeface="Times New Roman"/>
              </a:rPr>
              <a:t>effects</a:t>
            </a:r>
            <a:r>
              <a:rPr lang="en-US" sz="1400">
                <a:latin typeface="Times New Roman"/>
                <a:ea typeface="Times New Roman"/>
                <a:cs typeface="Times New Roman"/>
                <a:sym typeface="Times New Roman"/>
              </a:rPr>
              <a:t> of pollution, especially for people </a:t>
            </a:r>
            <a:r>
              <a:rPr lang="en-US" sz="1400">
                <a:latin typeface="Times New Roman"/>
                <a:ea typeface="Times New Roman"/>
                <a:cs typeface="Times New Roman"/>
                <a:sym typeface="Times New Roman"/>
              </a:rPr>
              <a:t>suffering</a:t>
            </a:r>
            <a:r>
              <a:rPr lang="en-US" sz="1400">
                <a:latin typeface="Times New Roman"/>
                <a:ea typeface="Times New Roman"/>
                <a:cs typeface="Times New Roman"/>
                <a:sym typeface="Times New Roman"/>
              </a:rPr>
              <a:t> from respiratory and </a:t>
            </a:r>
            <a:r>
              <a:rPr lang="en-US" sz="1400">
                <a:latin typeface="Times New Roman"/>
                <a:ea typeface="Times New Roman"/>
                <a:cs typeface="Times New Roman"/>
                <a:sym typeface="Times New Roman"/>
              </a:rPr>
              <a:t>cardiovascular complications.</a:t>
            </a:r>
            <a:endParaRPr sz="1400">
              <a:latin typeface="Times New Roman"/>
              <a:ea typeface="Times New Roman"/>
              <a:cs typeface="Times New Roman"/>
              <a:sym typeface="Times New Roman"/>
            </a:endParaRPr>
          </a:p>
          <a:p>
            <a:pPr indent="-317500" lvl="0" marL="457200" rtl="0" algn="just">
              <a:lnSpc>
                <a:spcPct val="150000"/>
              </a:lnSpc>
              <a:spcBef>
                <a:spcPts val="1000"/>
              </a:spcBef>
              <a:spcAft>
                <a:spcPts val="1000"/>
              </a:spcAft>
              <a:buSzPts val="1400"/>
              <a:buFont typeface="Times New Roman"/>
              <a:buChar char="●"/>
            </a:pPr>
            <a:r>
              <a:rPr lang="en-US" sz="1400">
                <a:latin typeface="Times New Roman"/>
                <a:ea typeface="Times New Roman"/>
                <a:cs typeface="Times New Roman"/>
                <a:sym typeface="Times New Roman"/>
              </a:rPr>
              <a:t>We are also planning to implement an automated tweeting system to push tweets on Twitter everyday once the prediction has been made, to ensure easy access of information to all residents.</a:t>
            </a:r>
            <a:r>
              <a:rPr lang="en-US" sz="1400">
                <a:latin typeface="Times New Roman"/>
                <a:ea typeface="Times New Roman"/>
                <a:cs typeface="Times New Roman"/>
                <a:sym typeface="Times New Roman"/>
              </a:rPr>
              <a:t> </a:t>
            </a:r>
            <a:endParaRPr sz="1400">
              <a:latin typeface="Times New Roman"/>
              <a:ea typeface="Times New Roman"/>
              <a:cs typeface="Times New Roman"/>
              <a:sym typeface="Times New Roman"/>
            </a:endParaRPr>
          </a:p>
        </p:txBody>
      </p:sp>
      <p:sp>
        <p:nvSpPr>
          <p:cNvPr id="151" name="Google Shape;151;p18"/>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152" name="Google Shape;152;p18"/>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153" name="Google Shape;153;p18"/>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03-02-2023</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9"/>
          <p:cNvSpPr txBox="1"/>
          <p:nvPr>
            <p:ph idx="1" type="body"/>
          </p:nvPr>
        </p:nvSpPr>
        <p:spPr>
          <a:xfrm>
            <a:off x="1098696" y="332656"/>
            <a:ext cx="7045224" cy="76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2800"/>
              <a:buNone/>
            </a:pPr>
            <a:r>
              <a:rPr b="1" lang="en-US"/>
              <a:t>Objectives</a:t>
            </a:r>
            <a:r>
              <a:rPr lang="en-US" sz="3600">
                <a:solidFill>
                  <a:schemeClr val="dk2"/>
                </a:solidFill>
                <a:latin typeface="Libre Franklin"/>
                <a:ea typeface="Libre Franklin"/>
                <a:cs typeface="Libre Franklin"/>
                <a:sym typeface="Libre Franklin"/>
              </a:rPr>
              <a:t> </a:t>
            </a:r>
            <a:endParaRPr sz="3600">
              <a:solidFill>
                <a:schemeClr val="dk2"/>
              </a:solidFill>
              <a:latin typeface="Libre Franklin"/>
              <a:ea typeface="Libre Franklin"/>
              <a:cs typeface="Libre Franklin"/>
              <a:sym typeface="Libre Franklin"/>
            </a:endParaRPr>
          </a:p>
        </p:txBody>
      </p:sp>
      <p:sp>
        <p:nvSpPr>
          <p:cNvPr id="159" name="Google Shape;159;p19"/>
          <p:cNvSpPr txBox="1"/>
          <p:nvPr/>
        </p:nvSpPr>
        <p:spPr>
          <a:xfrm>
            <a:off x="1000042" y="1479311"/>
            <a:ext cx="7045200" cy="4245600"/>
          </a:xfrm>
          <a:prstGeom prst="rect">
            <a:avLst/>
          </a:prstGeom>
          <a:noFill/>
          <a:ln>
            <a:noFill/>
          </a:ln>
        </p:spPr>
        <p:txBody>
          <a:bodyPr anchorCtr="0" anchor="t" bIns="45700" lIns="91425" spcFirstLastPara="1" rIns="91425" wrap="square" tIns="45700">
            <a:spAutoFit/>
          </a:bodyPr>
          <a:lstStyle/>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Build an IoT system to monitor Air Quality:</a:t>
            </a:r>
            <a:endParaRPr sz="1500">
              <a:solidFill>
                <a:schemeClr val="dk1"/>
              </a:solidFill>
              <a:latin typeface="Times New Roman"/>
              <a:ea typeface="Times New Roman"/>
              <a:cs typeface="Times New Roman"/>
              <a:sym typeface="Times New Roman"/>
            </a:endParaRPr>
          </a:p>
          <a:p>
            <a:pPr indent="-323850" lvl="1" marL="9144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a) Monitor Concentrations of  different air pollutants</a:t>
            </a:r>
            <a:endParaRPr sz="1500">
              <a:solidFill>
                <a:schemeClr val="dk1"/>
              </a:solidFill>
              <a:latin typeface="Times New Roman"/>
              <a:ea typeface="Times New Roman"/>
              <a:cs typeface="Times New Roman"/>
              <a:sym typeface="Times New Roman"/>
            </a:endParaRPr>
          </a:p>
          <a:p>
            <a:pPr indent="-323850" lvl="1" marL="9144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b) Measure AQI</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Build a model to predict the Air Quality in the near future, using the output of the IoT system as input.</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Build a web application to display the real time findings.</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Provide analytics on the website, such as the maximum recommended limit and the current concentration.</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Provide measures to improve Air Quality.</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Provide precautionary measures. </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Bring </a:t>
            </a:r>
            <a:r>
              <a:rPr lang="en-US" sz="1500">
                <a:solidFill>
                  <a:schemeClr val="dk1"/>
                </a:solidFill>
                <a:latin typeface="Times New Roman"/>
                <a:ea typeface="Times New Roman"/>
                <a:cs typeface="Times New Roman"/>
                <a:sym typeface="Times New Roman"/>
              </a:rPr>
              <a:t>about</a:t>
            </a:r>
            <a:r>
              <a:rPr lang="en-US" sz="1500">
                <a:solidFill>
                  <a:schemeClr val="dk1"/>
                </a:solidFill>
                <a:latin typeface="Times New Roman"/>
                <a:ea typeface="Times New Roman"/>
                <a:cs typeface="Times New Roman"/>
                <a:sym typeface="Times New Roman"/>
              </a:rPr>
              <a:t> air pollution awareness</a:t>
            </a:r>
            <a:endParaRPr sz="1500">
              <a:solidFill>
                <a:schemeClr val="dk1"/>
              </a:solidFill>
              <a:latin typeface="Times New Roman"/>
              <a:ea typeface="Times New Roman"/>
              <a:cs typeface="Times New Roman"/>
              <a:sym typeface="Times New Roman"/>
            </a:endParaRPr>
          </a:p>
          <a:p>
            <a:pPr indent="0" lvl="0" marL="0" marR="0" rtl="0" algn="just">
              <a:lnSpc>
                <a:spcPct val="150000"/>
              </a:lnSpc>
              <a:spcBef>
                <a:spcPts val="1000"/>
              </a:spcBef>
              <a:spcAft>
                <a:spcPts val="600"/>
              </a:spcAft>
              <a:buNone/>
            </a:pPr>
            <a:r>
              <a:rPr lang="en-US" sz="1400">
                <a:solidFill>
                  <a:srgbClr val="000000"/>
                </a:solidFill>
                <a:latin typeface="Times New Roman"/>
                <a:ea typeface="Times New Roman"/>
                <a:cs typeface="Times New Roman"/>
                <a:sym typeface="Times New Roman"/>
              </a:rPr>
              <a:t>      </a:t>
            </a:r>
            <a:endParaRPr sz="1400">
              <a:solidFill>
                <a:srgbClr val="000000"/>
              </a:solidFill>
              <a:latin typeface="Times New Roman"/>
              <a:ea typeface="Times New Roman"/>
              <a:cs typeface="Times New Roman"/>
              <a:sym typeface="Times New Roman"/>
            </a:endParaRPr>
          </a:p>
        </p:txBody>
      </p:sp>
      <p:sp>
        <p:nvSpPr>
          <p:cNvPr id="160" name="Google Shape;160;p19"/>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161" name="Google Shape;161;p19"/>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162" name="Google Shape;162;p19"/>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03-02-2023</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0"/>
          <p:cNvSpPr txBox="1"/>
          <p:nvPr>
            <p:ph idx="1" type="body"/>
          </p:nvPr>
        </p:nvSpPr>
        <p:spPr>
          <a:xfrm>
            <a:off x="1098696" y="332656"/>
            <a:ext cx="7045200" cy="76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1581AA"/>
              </a:buClr>
              <a:buSzPts val="2800"/>
              <a:buNone/>
            </a:pPr>
            <a:r>
              <a:rPr b="1" lang="en-US"/>
              <a:t>Applications</a:t>
            </a:r>
            <a:r>
              <a:rPr lang="en-US" sz="3600">
                <a:solidFill>
                  <a:schemeClr val="dk2"/>
                </a:solidFill>
                <a:latin typeface="Libre Franklin"/>
                <a:ea typeface="Libre Franklin"/>
                <a:cs typeface="Libre Franklin"/>
                <a:sym typeface="Libre Franklin"/>
              </a:rPr>
              <a:t> </a:t>
            </a:r>
            <a:endParaRPr sz="3600">
              <a:solidFill>
                <a:schemeClr val="dk2"/>
              </a:solidFill>
              <a:latin typeface="Libre Franklin"/>
              <a:ea typeface="Libre Franklin"/>
              <a:cs typeface="Libre Franklin"/>
              <a:sym typeface="Libre Franklin"/>
            </a:endParaRPr>
          </a:p>
        </p:txBody>
      </p:sp>
      <p:sp>
        <p:nvSpPr>
          <p:cNvPr id="168" name="Google Shape;168;p20"/>
          <p:cNvSpPr txBox="1"/>
          <p:nvPr/>
        </p:nvSpPr>
        <p:spPr>
          <a:xfrm>
            <a:off x="1000042" y="1479311"/>
            <a:ext cx="7045200" cy="3206700"/>
          </a:xfrm>
          <a:prstGeom prst="rect">
            <a:avLst/>
          </a:prstGeom>
          <a:noFill/>
          <a:ln>
            <a:noFill/>
          </a:ln>
        </p:spPr>
        <p:txBody>
          <a:bodyPr anchorCtr="0" anchor="t" bIns="45700" lIns="91425" spcFirstLastPara="1" rIns="91425" wrap="square" tIns="45700">
            <a:spAutoFit/>
          </a:bodyPr>
          <a:lstStyle/>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Protecting the environment, ecosystem and biodiversity of the planet</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Protecting the environment, ecosystem and biodiversity of the planet</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Industrial compliance and regulations</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Integration with Google Maps</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Policy making</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City planning</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Research</a:t>
            </a:r>
            <a:endParaRPr sz="1500">
              <a:solidFill>
                <a:schemeClr val="dk1"/>
              </a:solidFill>
              <a:latin typeface="Times New Roman"/>
              <a:ea typeface="Times New Roman"/>
              <a:cs typeface="Times New Roman"/>
              <a:sym typeface="Times New Roman"/>
            </a:endParaRPr>
          </a:p>
          <a:p>
            <a:pPr indent="-323850" lvl="0" marL="457200" rtl="0" algn="just">
              <a:lnSpc>
                <a:spcPct val="15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Education and awareness</a:t>
            </a:r>
            <a:endParaRPr sz="1500">
              <a:solidFill>
                <a:schemeClr val="dk1"/>
              </a:solidFill>
              <a:latin typeface="Times New Roman"/>
              <a:ea typeface="Times New Roman"/>
              <a:cs typeface="Times New Roman"/>
              <a:sym typeface="Times New Roman"/>
            </a:endParaRPr>
          </a:p>
          <a:p>
            <a:pPr indent="0" lvl="0" marL="0" marR="0" rtl="0" algn="just">
              <a:lnSpc>
                <a:spcPct val="150000"/>
              </a:lnSpc>
              <a:spcBef>
                <a:spcPts val="1000"/>
              </a:spcBef>
              <a:spcAft>
                <a:spcPts val="600"/>
              </a:spcAft>
              <a:buNone/>
            </a:pPr>
            <a:r>
              <a:rPr lang="en-US" sz="1400">
                <a:solidFill>
                  <a:srgbClr val="000000"/>
                </a:solidFill>
                <a:latin typeface="Times New Roman"/>
                <a:ea typeface="Times New Roman"/>
                <a:cs typeface="Times New Roman"/>
                <a:sym typeface="Times New Roman"/>
              </a:rPr>
              <a:t>      </a:t>
            </a:r>
            <a:endParaRPr sz="1400">
              <a:solidFill>
                <a:srgbClr val="000000"/>
              </a:solidFill>
              <a:latin typeface="Times New Roman"/>
              <a:ea typeface="Times New Roman"/>
              <a:cs typeface="Times New Roman"/>
              <a:sym typeface="Times New Roman"/>
            </a:endParaRPr>
          </a:p>
        </p:txBody>
      </p:sp>
      <p:sp>
        <p:nvSpPr>
          <p:cNvPr id="169" name="Google Shape;169;p20"/>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170" name="Google Shape;170;p20"/>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171" name="Google Shape;171;p20"/>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03-02-2023</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1"/>
          <p:cNvSpPr txBox="1"/>
          <p:nvPr>
            <p:ph idx="1" type="body"/>
          </p:nvPr>
        </p:nvSpPr>
        <p:spPr>
          <a:xfrm>
            <a:off x="688623" y="476672"/>
            <a:ext cx="7538184" cy="882316"/>
          </a:xfrm>
          <a:prstGeom prst="rect">
            <a:avLst/>
          </a:prstGeom>
          <a:noFill/>
          <a:ln>
            <a:noFill/>
          </a:ln>
        </p:spPr>
        <p:txBody>
          <a:bodyPr anchorCtr="0" anchor="t" bIns="91425" lIns="91425" spcFirstLastPara="1" rIns="91425" wrap="square" tIns="91425">
            <a:noAutofit/>
          </a:bodyPr>
          <a:lstStyle/>
          <a:p>
            <a:pPr indent="-228600" lvl="0" marL="457200" rtl="0" algn="ctr">
              <a:spcBef>
                <a:spcPts val="0"/>
              </a:spcBef>
              <a:spcAft>
                <a:spcPts val="0"/>
              </a:spcAft>
              <a:buSzPts val="1400"/>
              <a:buNone/>
            </a:pPr>
            <a:r>
              <a:rPr b="1" lang="en-US"/>
              <a:t>SYSTEM DESIGN</a:t>
            </a:r>
            <a:endParaRPr/>
          </a:p>
        </p:txBody>
      </p:sp>
      <p:sp>
        <p:nvSpPr>
          <p:cNvPr id="177" name="Google Shape;177;p21"/>
          <p:cNvSpPr txBox="1"/>
          <p:nvPr>
            <p:ph idx="11" type="ftr"/>
          </p:nvPr>
        </p:nvSpPr>
        <p:spPr>
          <a:xfrm>
            <a:off x="1943100" y="6136217"/>
            <a:ext cx="5716588" cy="364067"/>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178" name="Google Shape;178;p21"/>
          <p:cNvSpPr txBox="1"/>
          <p:nvPr>
            <p:ph idx="12" type="sldNum"/>
          </p:nvPr>
        </p:nvSpPr>
        <p:spPr>
          <a:xfrm>
            <a:off x="511175" y="6417733"/>
            <a:ext cx="585788" cy="364067"/>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179" name="Google Shape;179;p21"/>
          <p:cNvSpPr txBox="1"/>
          <p:nvPr/>
        </p:nvSpPr>
        <p:spPr>
          <a:xfrm>
            <a:off x="3280650" y="1306925"/>
            <a:ext cx="25827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US" sz="1800" u="sng">
                <a:solidFill>
                  <a:schemeClr val="dk1"/>
                </a:solidFill>
                <a:latin typeface="Times New Roman"/>
                <a:ea typeface="Times New Roman"/>
                <a:cs typeface="Times New Roman"/>
                <a:sym typeface="Times New Roman"/>
              </a:rPr>
              <a:t>System Architecture</a:t>
            </a:r>
            <a:endParaRPr>
              <a:latin typeface="Libre Baskerville"/>
              <a:ea typeface="Libre Baskerville"/>
              <a:cs typeface="Libre Baskerville"/>
              <a:sym typeface="Libre Baskerville"/>
            </a:endParaRPr>
          </a:p>
        </p:txBody>
      </p:sp>
      <p:pic>
        <p:nvPicPr>
          <p:cNvPr id="180" name="Google Shape;180;p21"/>
          <p:cNvPicPr preferRelativeResize="0"/>
          <p:nvPr/>
        </p:nvPicPr>
        <p:blipFill>
          <a:blip r:embed="rId3">
            <a:alphaModFix/>
          </a:blip>
          <a:stretch>
            <a:fillRect/>
          </a:stretch>
        </p:blipFill>
        <p:spPr>
          <a:xfrm>
            <a:off x="1612800" y="1905000"/>
            <a:ext cx="6538652" cy="3657987"/>
          </a:xfrm>
          <a:prstGeom prst="rect">
            <a:avLst/>
          </a:prstGeom>
          <a:noFill/>
          <a:ln cap="flat" cmpd="sng" w="12700">
            <a:solidFill>
              <a:srgbClr val="000000"/>
            </a:solidFill>
            <a:prstDash val="solid"/>
            <a:miter lim="8000"/>
            <a:headEnd len="sm" w="sm" type="none"/>
            <a:tailEnd len="sm" w="sm" type="none"/>
          </a:ln>
        </p:spPr>
      </p:pic>
      <p:sp>
        <p:nvSpPr>
          <p:cNvPr id="181" name="Google Shape;181;p21"/>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03-02-2023</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2"/>
          <p:cNvSpPr txBox="1"/>
          <p:nvPr>
            <p:ph idx="11" type="ftr"/>
          </p:nvPr>
        </p:nvSpPr>
        <p:spPr>
          <a:xfrm>
            <a:off x="1943100" y="6136217"/>
            <a:ext cx="5716500" cy="364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2"/>
              </a:buClr>
              <a:buSzPts val="1400"/>
              <a:buFont typeface="Libre Baskerville"/>
              <a:buNone/>
            </a:pPr>
            <a:r>
              <a:rPr lang="en-US"/>
              <a:t>Department of ISE, BMSCE</a:t>
            </a:r>
            <a:endParaRPr/>
          </a:p>
        </p:txBody>
      </p:sp>
      <p:sp>
        <p:nvSpPr>
          <p:cNvPr id="187" name="Google Shape;187;p22"/>
          <p:cNvSpPr txBox="1"/>
          <p:nvPr>
            <p:ph idx="12" type="sldNum"/>
          </p:nvPr>
        </p:nvSpPr>
        <p:spPr>
          <a:xfrm>
            <a:off x="511175" y="6417733"/>
            <a:ext cx="585900" cy="364200"/>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
        <p:nvSpPr>
          <p:cNvPr id="188" name="Google Shape;188;p22"/>
          <p:cNvSpPr txBox="1"/>
          <p:nvPr/>
        </p:nvSpPr>
        <p:spPr>
          <a:xfrm>
            <a:off x="3510000" y="241225"/>
            <a:ext cx="2582700" cy="461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000"/>
              </a:spcAft>
              <a:buNone/>
            </a:pPr>
            <a:r>
              <a:rPr b="1" lang="en-US" sz="1800" u="sng">
                <a:solidFill>
                  <a:schemeClr val="dk1"/>
                </a:solidFill>
                <a:latin typeface="Times New Roman"/>
                <a:ea typeface="Times New Roman"/>
                <a:cs typeface="Times New Roman"/>
                <a:sym typeface="Times New Roman"/>
              </a:rPr>
              <a:t>Module Design</a:t>
            </a:r>
            <a:endParaRPr>
              <a:latin typeface="Libre Baskerville"/>
              <a:ea typeface="Libre Baskerville"/>
              <a:cs typeface="Libre Baskerville"/>
              <a:sym typeface="Libre Baskerville"/>
            </a:endParaRPr>
          </a:p>
        </p:txBody>
      </p:sp>
      <p:pic>
        <p:nvPicPr>
          <p:cNvPr id="189" name="Google Shape;189;p22"/>
          <p:cNvPicPr preferRelativeResize="0"/>
          <p:nvPr/>
        </p:nvPicPr>
        <p:blipFill>
          <a:blip r:embed="rId3">
            <a:alphaModFix/>
          </a:blip>
          <a:stretch>
            <a:fillRect/>
          </a:stretch>
        </p:blipFill>
        <p:spPr>
          <a:xfrm>
            <a:off x="1395725" y="702925"/>
            <a:ext cx="5534025" cy="2326425"/>
          </a:xfrm>
          <a:prstGeom prst="rect">
            <a:avLst/>
          </a:prstGeom>
          <a:noFill/>
          <a:ln>
            <a:noFill/>
          </a:ln>
        </p:spPr>
      </p:pic>
      <p:pic>
        <p:nvPicPr>
          <p:cNvPr id="190" name="Google Shape;190;p22"/>
          <p:cNvPicPr preferRelativeResize="0"/>
          <p:nvPr/>
        </p:nvPicPr>
        <p:blipFill>
          <a:blip r:embed="rId4">
            <a:alphaModFix/>
          </a:blip>
          <a:stretch>
            <a:fillRect/>
          </a:stretch>
        </p:blipFill>
        <p:spPr>
          <a:xfrm>
            <a:off x="1395725" y="3083075"/>
            <a:ext cx="1667275" cy="2679625"/>
          </a:xfrm>
          <a:prstGeom prst="rect">
            <a:avLst/>
          </a:prstGeom>
          <a:noFill/>
          <a:ln>
            <a:noFill/>
          </a:ln>
        </p:spPr>
      </p:pic>
      <p:pic>
        <p:nvPicPr>
          <p:cNvPr id="191" name="Google Shape;191;p22"/>
          <p:cNvPicPr preferRelativeResize="0"/>
          <p:nvPr/>
        </p:nvPicPr>
        <p:blipFill>
          <a:blip r:embed="rId5">
            <a:alphaModFix/>
          </a:blip>
          <a:stretch>
            <a:fillRect/>
          </a:stretch>
        </p:blipFill>
        <p:spPr>
          <a:xfrm>
            <a:off x="3296575" y="3083075"/>
            <a:ext cx="1667275" cy="2796707"/>
          </a:xfrm>
          <a:prstGeom prst="rect">
            <a:avLst/>
          </a:prstGeom>
          <a:noFill/>
          <a:ln>
            <a:noFill/>
          </a:ln>
        </p:spPr>
      </p:pic>
      <p:pic>
        <p:nvPicPr>
          <p:cNvPr id="192" name="Google Shape;192;p22"/>
          <p:cNvPicPr preferRelativeResize="0"/>
          <p:nvPr/>
        </p:nvPicPr>
        <p:blipFill>
          <a:blip r:embed="rId6">
            <a:alphaModFix/>
          </a:blip>
          <a:stretch>
            <a:fillRect/>
          </a:stretch>
        </p:blipFill>
        <p:spPr>
          <a:xfrm>
            <a:off x="5197425" y="3083075"/>
            <a:ext cx="1724025" cy="2796700"/>
          </a:xfrm>
          <a:prstGeom prst="rect">
            <a:avLst/>
          </a:prstGeom>
          <a:noFill/>
          <a:ln>
            <a:noFill/>
          </a:ln>
        </p:spPr>
      </p:pic>
      <p:sp>
        <p:nvSpPr>
          <p:cNvPr id="193" name="Google Shape;193;p22"/>
          <p:cNvSpPr txBox="1"/>
          <p:nvPr>
            <p:ph idx="10" type="dt"/>
          </p:nvPr>
        </p:nvSpPr>
        <p:spPr>
          <a:xfrm>
            <a:off x="6172200" y="6191250"/>
            <a:ext cx="2476500" cy="4764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r>
              <a:rPr lang="en-US"/>
              <a:t>03-02-2023</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3"/>
          <p:cNvSpPr txBox="1"/>
          <p:nvPr>
            <p:ph idx="1" type="body"/>
          </p:nvPr>
        </p:nvSpPr>
        <p:spPr>
          <a:xfrm>
            <a:off x="2476500" y="2920950"/>
            <a:ext cx="4191000" cy="101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4400"/>
              <a:t>THANK YOU</a:t>
            </a:r>
            <a:endParaRPr b="1" sz="4400"/>
          </a:p>
        </p:txBody>
      </p:sp>
      <p:sp>
        <p:nvSpPr>
          <p:cNvPr id="200" name="Google Shape;200;p23"/>
          <p:cNvSpPr txBox="1"/>
          <p:nvPr>
            <p:ph idx="12" type="sldNum"/>
          </p:nvPr>
        </p:nvSpPr>
        <p:spPr>
          <a:xfrm>
            <a:off x="511175" y="6417733"/>
            <a:ext cx="585900" cy="3642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FEFFFF"/>
              </a:buClr>
              <a:buSzPts val="2000"/>
              <a:buFont typeface="Century Gothic"/>
              <a:buNone/>
            </a:pPr>
            <a:r>
              <a:rPr lang="en-US"/>
              <a:t>1</a:t>
            </a:r>
            <a:endParaRPr b="0" i="0" sz="1400">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