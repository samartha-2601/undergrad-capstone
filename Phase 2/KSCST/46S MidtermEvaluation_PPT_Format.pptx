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6858000" cx="12192000"/>
  <p:notesSz cx="6858000" cy="9144000"/>
  <p:embeddedFontLst>
    <p:embeddedFont>
      <p:font typeface="Libre Franklin"/>
      <p:regular r:id="rId20"/>
      <p:bold r:id="rId21"/>
      <p:italic r:id="rId22"/>
      <p:boldItalic r:id="rId23"/>
    </p:embeddedFont>
    <p:embeddedFont>
      <p:font typeface="Libre Baskerville"/>
      <p:regular r:id="rId24"/>
      <p:bold r:id="rId25"/>
      <p:italic r:id="rId26"/>
    </p:embeddedFont>
    <p:embeddedFont>
      <p:font typeface="Arial Black"/>
      <p:regular r:id="rId27"/>
    </p:embeddedFont>
    <p:embeddedFont>
      <p:font typeface="Century Gothic"/>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2" roundtripDataSignature="AMtx7mgJ0ALemYT2TfNi0CDz79wO+jygu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21294FB-B4F3-4A66-B2F1-5DB7E46AA6F4}">
  <a:tblStyle styleId="{C21294FB-B4F3-4A66-B2F1-5DB7E46AA6F4}"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LibreFranklin-regular.fntdata"/><Relationship Id="rId22" Type="http://schemas.openxmlformats.org/officeDocument/2006/relationships/font" Target="fonts/LibreFranklin-italic.fntdata"/><Relationship Id="rId21" Type="http://schemas.openxmlformats.org/officeDocument/2006/relationships/font" Target="fonts/LibreFranklin-bold.fntdata"/><Relationship Id="rId24" Type="http://schemas.openxmlformats.org/officeDocument/2006/relationships/font" Target="fonts/LibreBaskerville-regular.fntdata"/><Relationship Id="rId23" Type="http://schemas.openxmlformats.org/officeDocument/2006/relationships/font" Target="fonts/LibreFranklin-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ibreBaskerville-italic.fntdata"/><Relationship Id="rId25" Type="http://schemas.openxmlformats.org/officeDocument/2006/relationships/font" Target="fonts/LibreBaskerville-bold.fntdata"/><Relationship Id="rId28" Type="http://schemas.openxmlformats.org/officeDocument/2006/relationships/font" Target="fonts/CenturyGothic-regular.fntdata"/><Relationship Id="rId27" Type="http://schemas.openxmlformats.org/officeDocument/2006/relationships/font" Target="fonts/ArialBlack-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CenturyGothic-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CenturyGothic-boldItalic.fntdata"/><Relationship Id="rId30" Type="http://schemas.openxmlformats.org/officeDocument/2006/relationships/font" Target="fonts/CenturyGothic-italic.fntdata"/><Relationship Id="rId11" Type="http://schemas.openxmlformats.org/officeDocument/2006/relationships/slide" Target="slides/slide6.xml"/><Relationship Id="rId10" Type="http://schemas.openxmlformats.org/officeDocument/2006/relationships/slide" Target="slides/slide5.xml"/><Relationship Id="rId32"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23b9bd19d96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04" name="Google Shape;104;g23b9bd19d96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23b9bd19d96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12" name="Google Shape;112;g23b9bd19d96_0_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23b9bd19d96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19" name="Google Shape;119;g23b9bd19d96_0_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23b9bd19d96_0_1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26" name="Google Shape;126;g23b9bd19d96_0_1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23b9bd19d96_0_1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34" name="Google Shape;134;g23b9bd19d96_0_1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23b9bd19d96_0_2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41" name="Google Shape;141;g23b9bd19d96_0_2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3b9bd19d96_0_2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149" name="Google Shape;149;g23b9bd19d96_0_2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3b9bd19d96_0_2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56" name="Google Shape;156;g23b9bd19d96_0_2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24eac9fdb4c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24eac9fdb4c_1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g24eac9fdb4c_1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24e90fde893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24e90fde893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g24e90fde893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24e90fde893_0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24e90fde893_0_2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g24e90fde893_0_2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24ebdc5ee26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g24ebdc5ee26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 name="Shape 13"/>
        <p:cNvGrpSpPr/>
        <p:nvPr/>
      </p:nvGrpSpPr>
      <p:grpSpPr>
        <a:xfrm>
          <a:off x="0" y="0"/>
          <a:ext cx="0" cy="0"/>
          <a:chOff x="0" y="0"/>
          <a:chExt cx="0" cy="0"/>
        </a:xfrm>
      </p:grpSpPr>
      <p:sp>
        <p:nvSpPr>
          <p:cNvPr id="14" name="Google Shape;14;p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 name="Google Shape;15;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 name="Google Shape;16;p8"/>
          <p:cNvSpPr txBox="1"/>
          <p:nvPr>
            <p:ph idx="11" type="ftr"/>
          </p:nvPr>
        </p:nvSpPr>
        <p:spPr>
          <a:xfrm>
            <a:off x="6531" y="6477044"/>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 name="Google Shape;17;p8"/>
          <p:cNvSpPr txBox="1"/>
          <p:nvPr>
            <p:ph idx="12" type="sldNum"/>
          </p:nvPr>
        </p:nvSpPr>
        <p:spPr>
          <a:xfrm>
            <a:off x="9429206" y="6477044"/>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800" u="none" cap="none" strike="noStrike">
                <a:solidFill>
                  <a:schemeClr val="dk1"/>
                </a:solidFill>
                <a:latin typeface="Calibri"/>
                <a:ea typeface="Calibri"/>
                <a:cs typeface="Calibri"/>
                <a:sym typeface="Calibri"/>
              </a:defRPr>
            </a:lvl1pPr>
            <a:lvl2pPr indent="0" lvl="1" marL="0" marR="0" rtl="0" algn="l">
              <a:spcBef>
                <a:spcPts val="0"/>
              </a:spcBef>
              <a:buNone/>
              <a:defRPr b="0" i="0" sz="1800" u="none" cap="none" strike="noStrike">
                <a:solidFill>
                  <a:schemeClr val="dk1"/>
                </a:solidFill>
                <a:latin typeface="Calibri"/>
                <a:ea typeface="Calibri"/>
                <a:cs typeface="Calibri"/>
                <a:sym typeface="Calibri"/>
              </a:defRPr>
            </a:lvl2pPr>
            <a:lvl3pPr indent="0" lvl="2" marL="0" marR="0" rtl="0" algn="l">
              <a:spcBef>
                <a:spcPts val="0"/>
              </a:spcBef>
              <a:buNone/>
              <a:defRPr b="0" i="0" sz="1800" u="none" cap="none" strike="noStrike">
                <a:solidFill>
                  <a:schemeClr val="dk1"/>
                </a:solidFill>
                <a:latin typeface="Calibri"/>
                <a:ea typeface="Calibri"/>
                <a:cs typeface="Calibri"/>
                <a:sym typeface="Calibri"/>
              </a:defRPr>
            </a:lvl3pPr>
            <a:lvl4pPr indent="0" lvl="3" marL="0" marR="0" rtl="0" algn="l">
              <a:spcBef>
                <a:spcPts val="0"/>
              </a:spcBef>
              <a:buNone/>
              <a:defRPr b="0" i="0" sz="1800" u="none" cap="none" strike="noStrike">
                <a:solidFill>
                  <a:schemeClr val="dk1"/>
                </a:solidFill>
                <a:latin typeface="Calibri"/>
                <a:ea typeface="Calibri"/>
                <a:cs typeface="Calibri"/>
                <a:sym typeface="Calibri"/>
              </a:defRPr>
            </a:lvl4pPr>
            <a:lvl5pPr indent="0" lvl="4" marL="0" marR="0" rtl="0" algn="l">
              <a:spcBef>
                <a:spcPts val="0"/>
              </a:spcBef>
              <a:buNone/>
              <a:defRPr b="0" i="0" sz="1800" u="none" cap="none" strike="noStrike">
                <a:solidFill>
                  <a:schemeClr val="dk1"/>
                </a:solidFill>
                <a:latin typeface="Calibri"/>
                <a:ea typeface="Calibri"/>
                <a:cs typeface="Calibri"/>
                <a:sym typeface="Calibri"/>
              </a:defRPr>
            </a:lvl5pPr>
            <a:lvl6pPr indent="0" lvl="5" marL="0" marR="0" rtl="0" algn="l">
              <a:spcBef>
                <a:spcPts val="0"/>
              </a:spcBef>
              <a:buNone/>
              <a:defRPr b="0" i="0" sz="1800" u="none" cap="none" strike="noStrike">
                <a:solidFill>
                  <a:schemeClr val="dk1"/>
                </a:solidFill>
                <a:latin typeface="Calibri"/>
                <a:ea typeface="Calibri"/>
                <a:cs typeface="Calibri"/>
                <a:sym typeface="Calibri"/>
              </a:defRPr>
            </a:lvl6pPr>
            <a:lvl7pPr indent="0" lvl="6" marL="0" marR="0" rtl="0" algn="l">
              <a:spcBef>
                <a:spcPts val="0"/>
              </a:spcBef>
              <a:buNone/>
              <a:defRPr b="0" i="0" sz="1800" u="none" cap="none" strike="noStrike">
                <a:solidFill>
                  <a:schemeClr val="dk1"/>
                </a:solidFill>
                <a:latin typeface="Calibri"/>
                <a:ea typeface="Calibri"/>
                <a:cs typeface="Calibri"/>
                <a:sym typeface="Calibri"/>
              </a:defRPr>
            </a:lvl7pPr>
            <a:lvl8pPr indent="0" lvl="7" marL="0" marR="0" rtl="0" algn="l">
              <a:spcBef>
                <a:spcPts val="0"/>
              </a:spcBef>
              <a:buNone/>
              <a:defRPr b="0" i="0" sz="1800" u="none" cap="none" strike="noStrike">
                <a:solidFill>
                  <a:schemeClr val="dk1"/>
                </a:solidFill>
                <a:latin typeface="Calibri"/>
                <a:ea typeface="Calibri"/>
                <a:cs typeface="Calibri"/>
                <a:sym typeface="Calibri"/>
              </a:defRPr>
            </a:lvl8pPr>
            <a:lvl9pPr indent="0" lvl="8" marL="0" marR="0" rtl="0" algn="l">
              <a:spcBef>
                <a:spcPts val="0"/>
              </a:spcBef>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r>
              <a:rPr lang="en-IN"/>
              <a:t>Midterm Evaluation</a:t>
            </a:r>
            <a:endParaRPr sz="1400">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9"/>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Autofit/>
          </a:bodyPr>
          <a:lstStyle>
            <a:lvl1pPr lvl="0" marR="0" rtl="0" algn="ctr">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0" name="Google Shape;20;p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100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1pPr>
            <a:lvl2pPr lvl="1" marR="0" rtl="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2pPr>
            <a:lvl3pPr lvl="2" marR="0" rtl="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3pPr>
            <a:lvl4pPr lvl="3"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4pPr>
            <a:lvl5pPr lvl="4"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9pPr>
          </a:lstStyle>
          <a:p/>
        </p:txBody>
      </p:sp>
      <p:sp>
        <p:nvSpPr>
          <p:cNvPr id="21" name="Google Shape;21;p9"/>
          <p:cNvSpPr txBox="1"/>
          <p:nvPr>
            <p:ph idx="11" type="ftr"/>
          </p:nvPr>
        </p:nvSpPr>
        <p:spPr>
          <a:xfrm>
            <a:off x="1695993" y="4204230"/>
            <a:ext cx="4114800" cy="365125"/>
          </a:xfrm>
          <a:prstGeom prst="rect">
            <a:avLst/>
          </a:pr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7030A0"/>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2" name="Google Shape;22;p9"/>
          <p:cNvSpPr txBox="1"/>
          <p:nvPr>
            <p:ph idx="12" type="sldNum"/>
          </p:nvPr>
        </p:nvSpPr>
        <p:spPr>
          <a:xfrm>
            <a:off x="8096793" y="4169485"/>
            <a:ext cx="2743200" cy="365125"/>
          </a:xfrm>
          <a:prstGeom prst="rect">
            <a:avLst/>
          </a:pr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lvl1pPr indent="0" lvl="0" marL="0" marR="0" rtl="0" algn="l">
              <a:spcBef>
                <a:spcPts val="0"/>
              </a:spcBef>
              <a:buNone/>
              <a:defRPr sz="1800">
                <a:solidFill>
                  <a:srgbClr val="7030A0"/>
                </a:solidFill>
                <a:latin typeface="Calibri"/>
                <a:ea typeface="Calibri"/>
                <a:cs typeface="Calibri"/>
                <a:sym typeface="Calibri"/>
              </a:defRPr>
            </a:lvl1pPr>
            <a:lvl2pPr indent="0" lvl="1" marL="0" marR="0" rtl="0" algn="l">
              <a:spcBef>
                <a:spcPts val="0"/>
              </a:spcBef>
              <a:buNone/>
              <a:defRPr sz="1800">
                <a:solidFill>
                  <a:srgbClr val="7030A0"/>
                </a:solidFill>
                <a:latin typeface="Calibri"/>
                <a:ea typeface="Calibri"/>
                <a:cs typeface="Calibri"/>
                <a:sym typeface="Calibri"/>
              </a:defRPr>
            </a:lvl2pPr>
            <a:lvl3pPr indent="0" lvl="2" marL="0" marR="0" rtl="0" algn="l">
              <a:spcBef>
                <a:spcPts val="0"/>
              </a:spcBef>
              <a:buNone/>
              <a:defRPr sz="1800">
                <a:solidFill>
                  <a:srgbClr val="7030A0"/>
                </a:solidFill>
                <a:latin typeface="Calibri"/>
                <a:ea typeface="Calibri"/>
                <a:cs typeface="Calibri"/>
                <a:sym typeface="Calibri"/>
              </a:defRPr>
            </a:lvl3pPr>
            <a:lvl4pPr indent="0" lvl="3" marL="0" marR="0" rtl="0" algn="l">
              <a:spcBef>
                <a:spcPts val="0"/>
              </a:spcBef>
              <a:buNone/>
              <a:defRPr sz="1800">
                <a:solidFill>
                  <a:srgbClr val="7030A0"/>
                </a:solidFill>
                <a:latin typeface="Calibri"/>
                <a:ea typeface="Calibri"/>
                <a:cs typeface="Calibri"/>
                <a:sym typeface="Calibri"/>
              </a:defRPr>
            </a:lvl4pPr>
            <a:lvl5pPr indent="0" lvl="4" marL="0" marR="0" rtl="0" algn="l">
              <a:spcBef>
                <a:spcPts val="0"/>
              </a:spcBef>
              <a:buNone/>
              <a:defRPr sz="1800">
                <a:solidFill>
                  <a:srgbClr val="7030A0"/>
                </a:solidFill>
                <a:latin typeface="Calibri"/>
                <a:ea typeface="Calibri"/>
                <a:cs typeface="Calibri"/>
                <a:sym typeface="Calibri"/>
              </a:defRPr>
            </a:lvl5pPr>
            <a:lvl6pPr indent="0" lvl="5" marL="0" marR="0" rtl="0" algn="l">
              <a:spcBef>
                <a:spcPts val="0"/>
              </a:spcBef>
              <a:buNone/>
              <a:defRPr sz="1800">
                <a:solidFill>
                  <a:srgbClr val="7030A0"/>
                </a:solidFill>
                <a:latin typeface="Calibri"/>
                <a:ea typeface="Calibri"/>
                <a:cs typeface="Calibri"/>
                <a:sym typeface="Calibri"/>
              </a:defRPr>
            </a:lvl6pPr>
            <a:lvl7pPr indent="0" lvl="6" marL="0" marR="0" rtl="0" algn="l">
              <a:spcBef>
                <a:spcPts val="0"/>
              </a:spcBef>
              <a:buNone/>
              <a:defRPr sz="1800">
                <a:solidFill>
                  <a:srgbClr val="7030A0"/>
                </a:solidFill>
                <a:latin typeface="Calibri"/>
                <a:ea typeface="Calibri"/>
                <a:cs typeface="Calibri"/>
                <a:sym typeface="Calibri"/>
              </a:defRPr>
            </a:lvl7pPr>
            <a:lvl8pPr indent="0" lvl="7" marL="0" marR="0" rtl="0" algn="l">
              <a:spcBef>
                <a:spcPts val="0"/>
              </a:spcBef>
              <a:buNone/>
              <a:defRPr sz="1800">
                <a:solidFill>
                  <a:srgbClr val="7030A0"/>
                </a:solidFill>
                <a:latin typeface="Calibri"/>
                <a:ea typeface="Calibri"/>
                <a:cs typeface="Calibri"/>
                <a:sym typeface="Calibri"/>
              </a:defRPr>
            </a:lvl8pPr>
            <a:lvl9pPr indent="0" lvl="8" marL="0" marR="0" rtl="0" algn="l">
              <a:spcBef>
                <a:spcPts val="0"/>
              </a:spcBef>
              <a:buNone/>
              <a:defRPr sz="1800">
                <a:solidFill>
                  <a:srgbClr val="7030A0"/>
                </a:solidFill>
                <a:latin typeface="Calibri"/>
                <a:ea typeface="Calibri"/>
                <a:cs typeface="Calibri"/>
                <a:sym typeface="Calibri"/>
              </a:defRPr>
            </a:lvl9pPr>
          </a:lstStyle>
          <a:p>
            <a:pPr indent="0" lvl="0" marL="0" rtl="0" algn="l">
              <a:spcBef>
                <a:spcPts val="0"/>
              </a:spcBef>
              <a:spcAft>
                <a:spcPts val="0"/>
              </a:spcAft>
              <a:buNone/>
            </a:pPr>
            <a:r>
              <a:rPr lang="en-IN"/>
              <a:t>Midterm Evaluation</a:t>
            </a:r>
            <a:endParaRPr sz="1400">
              <a:solidFill>
                <a:srgbClr val="000000"/>
              </a:solidFill>
              <a:latin typeface="Arial"/>
              <a:ea typeface="Arial"/>
              <a:cs typeface="Arial"/>
              <a:sym typeface="Arial"/>
            </a:endParaRPr>
          </a:p>
        </p:txBody>
      </p:sp>
      <p:pic>
        <p:nvPicPr>
          <p:cNvPr id="23" name="Google Shape;23;p9"/>
          <p:cNvPicPr preferRelativeResize="0"/>
          <p:nvPr/>
        </p:nvPicPr>
        <p:blipFill rotWithShape="1">
          <a:blip r:embed="rId2">
            <a:alphaModFix/>
          </a:blip>
          <a:srcRect b="0" l="0" r="0" t="0"/>
          <a:stretch/>
        </p:blipFill>
        <p:spPr>
          <a:xfrm>
            <a:off x="13058" y="6475215"/>
            <a:ext cx="4123153" cy="374076"/>
          </a:xfrm>
          <a:prstGeom prst="rect">
            <a:avLst/>
          </a:prstGeom>
          <a:noFill/>
          <a:ln>
            <a:noFill/>
          </a:ln>
        </p:spPr>
      </p:pic>
      <p:pic>
        <p:nvPicPr>
          <p:cNvPr id="24" name="Google Shape;24;p9"/>
          <p:cNvPicPr preferRelativeResize="0"/>
          <p:nvPr/>
        </p:nvPicPr>
        <p:blipFill rotWithShape="1">
          <a:blip r:embed="rId3">
            <a:alphaModFix/>
          </a:blip>
          <a:srcRect b="0" l="0" r="0" t="0"/>
          <a:stretch/>
        </p:blipFill>
        <p:spPr>
          <a:xfrm>
            <a:off x="9431560" y="6475215"/>
            <a:ext cx="2751539" cy="374076"/>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sp>
        <p:nvSpPr>
          <p:cNvPr id="26" name="Google Shape;26;p1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7" name="Google Shape;27;p1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28" name="Google Shape;28;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9" name="Google Shape;29;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0" name="Google Shape;30;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1" name="Shape 31"/>
        <p:cNvGrpSpPr/>
        <p:nvPr/>
      </p:nvGrpSpPr>
      <p:grpSpPr>
        <a:xfrm>
          <a:off x="0" y="0"/>
          <a:ext cx="0" cy="0"/>
          <a:chOff x="0" y="0"/>
          <a:chExt cx="0" cy="0"/>
        </a:xfrm>
      </p:grpSpPr>
      <p:sp>
        <p:nvSpPr>
          <p:cNvPr id="32" name="Google Shape;32;p1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3" name="Google Shape;33;p1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4" name="Google Shape;34;p1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5" name="Google Shape;35;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6" name="Google Shape;36;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7" name="Google Shape;37;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8" name="Shape 38"/>
        <p:cNvGrpSpPr/>
        <p:nvPr/>
      </p:nvGrpSpPr>
      <p:grpSpPr>
        <a:xfrm>
          <a:off x="0" y="0"/>
          <a:ext cx="0" cy="0"/>
          <a:chOff x="0" y="0"/>
          <a:chExt cx="0" cy="0"/>
        </a:xfrm>
      </p:grpSpPr>
      <p:sp>
        <p:nvSpPr>
          <p:cNvPr id="39" name="Google Shape;39;p12"/>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0" name="Google Shape;40;p1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1" name="Google Shape;41;p1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2" name="Google Shape;42;p1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3" name="Google Shape;43;p1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4" name="Google Shape;44;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5" name="Google Shape;45;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6" name="Google Shape;46;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7" name="Shape 47"/>
        <p:cNvGrpSpPr/>
        <p:nvPr/>
      </p:nvGrpSpPr>
      <p:grpSpPr>
        <a:xfrm>
          <a:off x="0" y="0"/>
          <a:ext cx="0" cy="0"/>
          <a:chOff x="0" y="0"/>
          <a:chExt cx="0" cy="0"/>
        </a:xfrm>
      </p:grpSpPr>
      <p:sp>
        <p:nvSpPr>
          <p:cNvPr id="48" name="Google Shape;48;p13"/>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9" name="Google Shape;49;p1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0" name="Google Shape;50;p1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1" name="Google Shape;51;p1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4" name="Google Shape;54;p1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5" name="Google Shape;55;p1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6" name="Shape 56"/>
        <p:cNvGrpSpPr/>
        <p:nvPr/>
      </p:nvGrpSpPr>
      <p:grpSpPr>
        <a:xfrm>
          <a:off x="0" y="0"/>
          <a:ext cx="0" cy="0"/>
          <a:chOff x="0" y="0"/>
          <a:chExt cx="0" cy="0"/>
        </a:xfrm>
      </p:grpSpPr>
      <p:sp>
        <p:nvSpPr>
          <p:cNvPr id="57" name="Google Shape;57;p1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8" name="Google Shape;58;p1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59" name="Google Shape;59;p1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0" name="Google Shape;60;p1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1" name="Google Shape;61;p1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2" name="Google Shape;62;p1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3" name="Shape 63"/>
        <p:cNvGrpSpPr/>
        <p:nvPr/>
      </p:nvGrpSpPr>
      <p:grpSpPr>
        <a:xfrm>
          <a:off x="0" y="0"/>
          <a:ext cx="0" cy="0"/>
          <a:chOff x="0" y="0"/>
          <a:chExt cx="0" cy="0"/>
        </a:xfrm>
      </p:grpSpPr>
      <p:sp>
        <p:nvSpPr>
          <p:cNvPr id="64" name="Google Shape;64;p1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5" name="Google Shape;65;p16"/>
          <p:cNvSpPr/>
          <p:nvPr>
            <p:ph idx="2" type="pic"/>
          </p:nvPr>
        </p:nvSpPr>
        <p:spPr>
          <a:xfrm>
            <a:off x="5183188" y="987425"/>
            <a:ext cx="6172200" cy="4873625"/>
          </a:xfrm>
          <a:prstGeom prst="rect">
            <a:avLst/>
          </a:prstGeom>
          <a:noFill/>
          <a:ln>
            <a:noFill/>
          </a:ln>
        </p:spPr>
      </p:sp>
      <p:sp>
        <p:nvSpPr>
          <p:cNvPr id="66" name="Google Shape;66;p1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7" name="Google Shape;67;p1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8" name="Google Shape;68;p1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9" name="Google Shape;69;p1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0" name="Shape 70"/>
        <p:cNvGrpSpPr/>
        <p:nvPr/>
      </p:nvGrpSpPr>
      <p:grpSpPr>
        <a:xfrm>
          <a:off x="0" y="0"/>
          <a:ext cx="0" cy="0"/>
          <a:chOff x="0" y="0"/>
          <a:chExt cx="0" cy="0"/>
        </a:xfrm>
      </p:grpSpPr>
      <p:sp>
        <p:nvSpPr>
          <p:cNvPr id="71" name="Google Shape;71;p17"/>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2" name="Google Shape;72;p1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3" name="Google Shape;73;p1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4" name="Google Shape;74;p1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5" name="Google Shape;75;p1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6" name="Shape 76"/>
        <p:cNvGrpSpPr/>
        <p:nvPr/>
      </p:nvGrpSpPr>
      <p:grpSpPr>
        <a:xfrm>
          <a:off x="0" y="0"/>
          <a:ext cx="0" cy="0"/>
          <a:chOff x="0" y="0"/>
          <a:chExt cx="0" cy="0"/>
        </a:xfrm>
      </p:grpSpPr>
      <p:sp>
        <p:nvSpPr>
          <p:cNvPr id="77" name="Google Shape;77;p18"/>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8" name="Google Shape;78;p1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9" name="Google Shape;79;p1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0" name="Google Shape;80;p1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1" name="Google Shape;81;p1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82" name="Shape 82"/>
        <p:cNvGrpSpPr/>
        <p:nvPr/>
      </p:nvGrpSpPr>
      <p:grpSpPr>
        <a:xfrm>
          <a:off x="0" y="0"/>
          <a:ext cx="0" cy="0"/>
          <a:chOff x="0" y="0"/>
          <a:chExt cx="0" cy="0"/>
        </a:xfrm>
      </p:grpSpPr>
      <p:sp>
        <p:nvSpPr>
          <p:cNvPr id="83" name="Google Shape;83;p19"/>
          <p:cNvSpPr txBox="1"/>
          <p:nvPr>
            <p:ph idx="11" type="ftr"/>
          </p:nvPr>
        </p:nvSpPr>
        <p:spPr>
          <a:xfrm>
            <a:off x="4763" y="6488112"/>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4" name="Google Shape;84;p19"/>
          <p:cNvSpPr txBox="1"/>
          <p:nvPr>
            <p:ph idx="12" type="sldNum"/>
          </p:nvPr>
        </p:nvSpPr>
        <p:spPr>
          <a:xfrm>
            <a:off x="9444050" y="6489705"/>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r>
              <a:rPr lang="en-IN"/>
              <a:t>Midterm Evaluation</a:t>
            </a:r>
            <a:endParaRPr sz="1400">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1_Title Slide">
    <p:spTree>
      <p:nvGrpSpPr>
        <p:cNvPr id="85" name="Shape 85"/>
        <p:cNvGrpSpPr/>
        <p:nvPr/>
      </p:nvGrpSpPr>
      <p:grpSpPr>
        <a:xfrm>
          <a:off x="0" y="0"/>
          <a:ext cx="0" cy="0"/>
          <a:chOff x="0" y="0"/>
          <a:chExt cx="0" cy="0"/>
        </a:xfrm>
      </p:grpSpPr>
      <p:sp>
        <p:nvSpPr>
          <p:cNvPr id="86" name="Google Shape;86;g23b9bd19d96_0_124"/>
          <p:cNvSpPr/>
          <p:nvPr>
            <p:ph idx="2" type="pic"/>
          </p:nvPr>
        </p:nvSpPr>
        <p:spPr>
          <a:xfrm>
            <a:off x="4572000" y="1295400"/>
            <a:ext cx="3149700" cy="4267200"/>
          </a:xfrm>
          <a:prstGeom prst="rect">
            <a:avLst/>
          </a:prstGeom>
          <a:noFill/>
          <a:ln>
            <a:noFill/>
          </a:ln>
        </p:spPr>
      </p:sp>
      <p:sp>
        <p:nvSpPr>
          <p:cNvPr id="87" name="Google Shape;87;g23b9bd19d96_0_124"/>
          <p:cNvSpPr txBox="1"/>
          <p:nvPr>
            <p:ph idx="1" type="body"/>
          </p:nvPr>
        </p:nvSpPr>
        <p:spPr>
          <a:xfrm>
            <a:off x="508000" y="76200"/>
            <a:ext cx="5588100" cy="1016100"/>
          </a:xfrm>
          <a:prstGeom prst="rect">
            <a:avLst/>
          </a:prstGeom>
          <a:noFill/>
          <a:ln>
            <a:noFill/>
          </a:ln>
        </p:spPr>
        <p:txBody>
          <a:bodyPr anchorCtr="0" anchor="t" bIns="91425" lIns="91425" spcFirstLastPara="1" rIns="91425" wrap="square" tIns="91425">
            <a:noAutofit/>
          </a:bodyPr>
          <a:lstStyle>
            <a:lvl1pPr indent="-228600" lvl="0" marL="457200" rtl="0" algn="l">
              <a:lnSpc>
                <a:spcPct val="100000"/>
              </a:lnSpc>
              <a:spcBef>
                <a:spcPts val="0"/>
              </a:spcBef>
              <a:spcAft>
                <a:spcPts val="0"/>
              </a:spcAft>
              <a:buClr>
                <a:srgbClr val="000000"/>
              </a:buClr>
              <a:buSzPts val="1400"/>
              <a:buFont typeface="Arial"/>
              <a:buNone/>
              <a:defRPr/>
            </a:lvl1pPr>
            <a:lvl2pPr indent="-342900" lvl="1" marL="914400" rtl="0" algn="l">
              <a:lnSpc>
                <a:spcPct val="100000"/>
              </a:lnSpc>
              <a:spcBef>
                <a:spcPts val="0"/>
              </a:spcBef>
              <a:spcAft>
                <a:spcPts val="0"/>
              </a:spcAft>
              <a:buClr>
                <a:srgbClr val="000000"/>
              </a:buClr>
              <a:buSzPts val="1800"/>
              <a:buChar char="–"/>
              <a:defRPr/>
            </a:lvl2pPr>
            <a:lvl3pPr indent="-342900" lvl="2" marL="1371600" rtl="0" algn="l">
              <a:lnSpc>
                <a:spcPct val="100000"/>
              </a:lnSpc>
              <a:spcBef>
                <a:spcPts val="0"/>
              </a:spcBef>
              <a:spcAft>
                <a:spcPts val="0"/>
              </a:spcAft>
              <a:buClr>
                <a:srgbClr val="000000"/>
              </a:buClr>
              <a:buSzPts val="1800"/>
              <a:buChar char="•"/>
              <a:defRPr/>
            </a:lvl3pPr>
            <a:lvl4pPr indent="-342900" lvl="3" marL="1828800" rtl="0" algn="l">
              <a:lnSpc>
                <a:spcPct val="100000"/>
              </a:lnSpc>
              <a:spcBef>
                <a:spcPts val="0"/>
              </a:spcBef>
              <a:spcAft>
                <a:spcPts val="0"/>
              </a:spcAft>
              <a:buClr>
                <a:srgbClr val="000000"/>
              </a:buClr>
              <a:buSzPts val="1800"/>
              <a:buChar char="–"/>
              <a:defRPr/>
            </a:lvl4pPr>
            <a:lvl5pPr indent="-342900" lvl="4" marL="2286000" rtl="0" algn="l">
              <a:lnSpc>
                <a:spcPct val="100000"/>
              </a:lnSpc>
              <a:spcBef>
                <a:spcPts val="0"/>
              </a:spcBef>
              <a:spcAft>
                <a:spcPts val="0"/>
              </a:spcAft>
              <a:buClr>
                <a:srgbClr val="000000"/>
              </a:buClr>
              <a:buSzPts val="1800"/>
              <a:buFont typeface="Libre Baskerville"/>
              <a:buChar char="»"/>
              <a:defRPr/>
            </a:lvl5pPr>
            <a:lvl6pPr indent="-228600" lvl="5" marL="2743200" rtl="0" algn="l">
              <a:lnSpc>
                <a:spcPct val="100000"/>
              </a:lnSpc>
              <a:spcBef>
                <a:spcPts val="0"/>
              </a:spcBef>
              <a:spcAft>
                <a:spcPts val="0"/>
              </a:spcAft>
              <a:buClr>
                <a:srgbClr val="000000"/>
              </a:buClr>
              <a:buSzPts val="1800"/>
              <a:buFont typeface="Libre Baskerville"/>
              <a:buNone/>
              <a:defRPr/>
            </a:lvl6pPr>
            <a:lvl7pPr indent="-228600" lvl="6" marL="3200400" rtl="0" algn="l">
              <a:lnSpc>
                <a:spcPct val="100000"/>
              </a:lnSpc>
              <a:spcBef>
                <a:spcPts val="0"/>
              </a:spcBef>
              <a:spcAft>
                <a:spcPts val="0"/>
              </a:spcAft>
              <a:buClr>
                <a:srgbClr val="000000"/>
              </a:buClr>
              <a:buSzPts val="1800"/>
              <a:buFont typeface="Libre Baskerville"/>
              <a:buNone/>
              <a:defRPr/>
            </a:lvl7pPr>
            <a:lvl8pPr indent="-228600" lvl="7" marL="3657600" rtl="0" algn="l">
              <a:lnSpc>
                <a:spcPct val="100000"/>
              </a:lnSpc>
              <a:spcBef>
                <a:spcPts val="0"/>
              </a:spcBef>
              <a:spcAft>
                <a:spcPts val="0"/>
              </a:spcAft>
              <a:buClr>
                <a:srgbClr val="000000"/>
              </a:buClr>
              <a:buSzPts val="1800"/>
              <a:buFont typeface="Libre Baskerville"/>
              <a:buNone/>
              <a:defRPr/>
            </a:lvl8pPr>
            <a:lvl9pPr indent="-228600" lvl="8" marL="4114800" rtl="0" algn="l">
              <a:lnSpc>
                <a:spcPct val="100000"/>
              </a:lnSpc>
              <a:spcBef>
                <a:spcPts val="0"/>
              </a:spcBef>
              <a:spcAft>
                <a:spcPts val="0"/>
              </a:spcAft>
              <a:buClr>
                <a:srgbClr val="000000"/>
              </a:buClr>
              <a:buSzPts val="1800"/>
              <a:buFont typeface="Libre Baskerville"/>
              <a:buNone/>
              <a:defRPr/>
            </a:lvl9pPr>
          </a:lstStyle>
          <a:p/>
        </p:txBody>
      </p:sp>
      <p:sp>
        <p:nvSpPr>
          <p:cNvPr id="88" name="Google Shape;88;g23b9bd19d96_0_124"/>
          <p:cNvSpPr txBox="1"/>
          <p:nvPr>
            <p:ph idx="3" type="body"/>
          </p:nvPr>
        </p:nvSpPr>
        <p:spPr>
          <a:xfrm>
            <a:off x="6400800" y="76200"/>
            <a:ext cx="4368900" cy="1016100"/>
          </a:xfrm>
          <a:prstGeom prst="rect">
            <a:avLst/>
          </a:prstGeom>
          <a:noFill/>
          <a:ln>
            <a:noFill/>
          </a:ln>
        </p:spPr>
        <p:txBody>
          <a:bodyPr anchorCtr="0" anchor="t" bIns="91425" lIns="91425" spcFirstLastPara="1" rIns="91425" wrap="square" tIns="91425">
            <a:noAutofit/>
          </a:bodyPr>
          <a:lstStyle>
            <a:lvl1pPr indent="-228600" lvl="0" marL="457200" rtl="0" algn="l">
              <a:lnSpc>
                <a:spcPct val="100000"/>
              </a:lnSpc>
              <a:spcBef>
                <a:spcPts val="0"/>
              </a:spcBef>
              <a:spcAft>
                <a:spcPts val="0"/>
              </a:spcAft>
              <a:buClr>
                <a:srgbClr val="000000"/>
              </a:buClr>
              <a:buSzPts val="1400"/>
              <a:buFont typeface="Arial"/>
              <a:buNone/>
              <a:defRPr/>
            </a:lvl1pPr>
            <a:lvl2pPr indent="-342900" lvl="1" marL="914400" rtl="0" algn="l">
              <a:lnSpc>
                <a:spcPct val="100000"/>
              </a:lnSpc>
              <a:spcBef>
                <a:spcPts val="0"/>
              </a:spcBef>
              <a:spcAft>
                <a:spcPts val="0"/>
              </a:spcAft>
              <a:buClr>
                <a:srgbClr val="000000"/>
              </a:buClr>
              <a:buSzPts val="1800"/>
              <a:buChar char="–"/>
              <a:defRPr/>
            </a:lvl2pPr>
            <a:lvl3pPr indent="-342900" lvl="2" marL="1371600" rtl="0" algn="l">
              <a:lnSpc>
                <a:spcPct val="100000"/>
              </a:lnSpc>
              <a:spcBef>
                <a:spcPts val="0"/>
              </a:spcBef>
              <a:spcAft>
                <a:spcPts val="0"/>
              </a:spcAft>
              <a:buClr>
                <a:srgbClr val="000000"/>
              </a:buClr>
              <a:buSzPts val="1800"/>
              <a:buChar char="•"/>
              <a:defRPr/>
            </a:lvl3pPr>
            <a:lvl4pPr indent="-342900" lvl="3" marL="1828800" rtl="0" algn="l">
              <a:lnSpc>
                <a:spcPct val="100000"/>
              </a:lnSpc>
              <a:spcBef>
                <a:spcPts val="0"/>
              </a:spcBef>
              <a:spcAft>
                <a:spcPts val="0"/>
              </a:spcAft>
              <a:buClr>
                <a:srgbClr val="000000"/>
              </a:buClr>
              <a:buSzPts val="1800"/>
              <a:buChar char="–"/>
              <a:defRPr/>
            </a:lvl4pPr>
            <a:lvl5pPr indent="-342900" lvl="4" marL="2286000" rtl="0" algn="l">
              <a:lnSpc>
                <a:spcPct val="100000"/>
              </a:lnSpc>
              <a:spcBef>
                <a:spcPts val="0"/>
              </a:spcBef>
              <a:spcAft>
                <a:spcPts val="0"/>
              </a:spcAft>
              <a:buClr>
                <a:srgbClr val="000000"/>
              </a:buClr>
              <a:buSzPts val="1800"/>
              <a:buFont typeface="Libre Baskerville"/>
              <a:buChar char="»"/>
              <a:defRPr/>
            </a:lvl5pPr>
            <a:lvl6pPr indent="-228600" lvl="5" marL="2743200" rtl="0" algn="l">
              <a:lnSpc>
                <a:spcPct val="100000"/>
              </a:lnSpc>
              <a:spcBef>
                <a:spcPts val="0"/>
              </a:spcBef>
              <a:spcAft>
                <a:spcPts val="0"/>
              </a:spcAft>
              <a:buClr>
                <a:srgbClr val="000000"/>
              </a:buClr>
              <a:buSzPts val="1800"/>
              <a:buFont typeface="Libre Baskerville"/>
              <a:buNone/>
              <a:defRPr/>
            </a:lvl6pPr>
            <a:lvl7pPr indent="-228600" lvl="6" marL="3200400" rtl="0" algn="l">
              <a:lnSpc>
                <a:spcPct val="100000"/>
              </a:lnSpc>
              <a:spcBef>
                <a:spcPts val="0"/>
              </a:spcBef>
              <a:spcAft>
                <a:spcPts val="0"/>
              </a:spcAft>
              <a:buClr>
                <a:srgbClr val="000000"/>
              </a:buClr>
              <a:buSzPts val="1800"/>
              <a:buFont typeface="Libre Baskerville"/>
              <a:buNone/>
              <a:defRPr/>
            </a:lvl7pPr>
            <a:lvl8pPr indent="-228600" lvl="7" marL="3657600" rtl="0" algn="l">
              <a:lnSpc>
                <a:spcPct val="100000"/>
              </a:lnSpc>
              <a:spcBef>
                <a:spcPts val="0"/>
              </a:spcBef>
              <a:spcAft>
                <a:spcPts val="0"/>
              </a:spcAft>
              <a:buClr>
                <a:srgbClr val="000000"/>
              </a:buClr>
              <a:buSzPts val="1800"/>
              <a:buFont typeface="Libre Baskerville"/>
              <a:buNone/>
              <a:defRPr/>
            </a:lvl8pPr>
            <a:lvl9pPr indent="-228600" lvl="8" marL="4114800" rtl="0" algn="l">
              <a:lnSpc>
                <a:spcPct val="100000"/>
              </a:lnSpc>
              <a:spcBef>
                <a:spcPts val="0"/>
              </a:spcBef>
              <a:spcAft>
                <a:spcPts val="0"/>
              </a:spcAft>
              <a:buClr>
                <a:srgbClr val="000000"/>
              </a:buClr>
              <a:buSzPts val="1800"/>
              <a:buFont typeface="Libre Baskerville"/>
              <a:buNone/>
              <a:defRPr/>
            </a:lvl9pPr>
          </a:lstStyle>
          <a:p/>
        </p:txBody>
      </p:sp>
      <p:sp>
        <p:nvSpPr>
          <p:cNvPr id="89" name="Google Shape;89;g23b9bd19d96_0_124"/>
          <p:cNvSpPr txBox="1"/>
          <p:nvPr>
            <p:ph idx="10" type="dt"/>
          </p:nvPr>
        </p:nvSpPr>
        <p:spPr>
          <a:xfrm>
            <a:off x="10363201" y="6136218"/>
            <a:ext cx="1022400" cy="368400"/>
          </a:xfrm>
          <a:prstGeom prst="rect">
            <a:avLst/>
          </a:prstGeom>
          <a:noFill/>
          <a:ln>
            <a:noFill/>
          </a:ln>
        </p:spPr>
        <p:txBody>
          <a:bodyPr anchorCtr="0" anchor="ctr" bIns="91425" lIns="91425" spcFirstLastPara="1" rIns="91425" wrap="square" tIns="91425">
            <a:noAutofit/>
          </a:bodyPr>
          <a:lstStyle>
            <a:lvl1pPr lvl="0" rtl="0" algn="r">
              <a:lnSpc>
                <a:spcPct val="100000"/>
              </a:lnSpc>
              <a:spcBef>
                <a:spcPts val="0"/>
              </a:spcBef>
              <a:spcAft>
                <a:spcPts val="0"/>
              </a:spcAft>
              <a:buClr>
                <a:schemeClr val="dk2"/>
              </a:buClr>
              <a:buSzPts val="1400"/>
              <a:buFont typeface="Libre Baskerville"/>
              <a:buNone/>
              <a:defRPr/>
            </a:lvl1pPr>
            <a:lvl2pPr lvl="1" rtl="0" algn="l">
              <a:lnSpc>
                <a:spcPct val="100000"/>
              </a:lnSpc>
              <a:spcBef>
                <a:spcPts val="0"/>
              </a:spcBef>
              <a:spcAft>
                <a:spcPts val="0"/>
              </a:spcAft>
              <a:buClr>
                <a:schemeClr val="dk1"/>
              </a:buClr>
              <a:buSzPts val="1400"/>
              <a:buFont typeface="Libre Baskerville"/>
              <a:buNone/>
              <a:defRPr/>
            </a:lvl2pPr>
            <a:lvl3pPr lvl="2" rtl="0" algn="l">
              <a:lnSpc>
                <a:spcPct val="100000"/>
              </a:lnSpc>
              <a:spcBef>
                <a:spcPts val="0"/>
              </a:spcBef>
              <a:spcAft>
                <a:spcPts val="0"/>
              </a:spcAft>
              <a:buClr>
                <a:schemeClr val="dk1"/>
              </a:buClr>
              <a:buSzPts val="1400"/>
              <a:buFont typeface="Libre Baskerville"/>
              <a:buNone/>
              <a:defRPr/>
            </a:lvl3pPr>
            <a:lvl4pPr lvl="3" rtl="0" algn="l">
              <a:lnSpc>
                <a:spcPct val="100000"/>
              </a:lnSpc>
              <a:spcBef>
                <a:spcPts val="0"/>
              </a:spcBef>
              <a:spcAft>
                <a:spcPts val="0"/>
              </a:spcAft>
              <a:buClr>
                <a:schemeClr val="dk1"/>
              </a:buClr>
              <a:buSzPts val="1400"/>
              <a:buFont typeface="Libre Baskerville"/>
              <a:buNone/>
              <a:defRPr/>
            </a:lvl4pPr>
            <a:lvl5pPr lvl="4" rtl="0" algn="l">
              <a:lnSpc>
                <a:spcPct val="100000"/>
              </a:lnSpc>
              <a:spcBef>
                <a:spcPts val="0"/>
              </a:spcBef>
              <a:spcAft>
                <a:spcPts val="0"/>
              </a:spcAft>
              <a:buClr>
                <a:schemeClr val="dk1"/>
              </a:buClr>
              <a:buSzPts val="1400"/>
              <a:buFont typeface="Libre Baskerville"/>
              <a:buNone/>
              <a:defRPr/>
            </a:lvl5pPr>
            <a:lvl6pPr lvl="5" rtl="0" algn="l">
              <a:lnSpc>
                <a:spcPct val="100000"/>
              </a:lnSpc>
              <a:spcBef>
                <a:spcPts val="0"/>
              </a:spcBef>
              <a:spcAft>
                <a:spcPts val="0"/>
              </a:spcAft>
              <a:buClr>
                <a:schemeClr val="dk1"/>
              </a:buClr>
              <a:buSzPts val="1400"/>
              <a:buFont typeface="Libre Baskerville"/>
              <a:buNone/>
              <a:defRPr/>
            </a:lvl6pPr>
            <a:lvl7pPr lvl="6" rtl="0" algn="l">
              <a:lnSpc>
                <a:spcPct val="100000"/>
              </a:lnSpc>
              <a:spcBef>
                <a:spcPts val="0"/>
              </a:spcBef>
              <a:spcAft>
                <a:spcPts val="0"/>
              </a:spcAft>
              <a:buClr>
                <a:schemeClr val="dk1"/>
              </a:buClr>
              <a:buSzPts val="1400"/>
              <a:buFont typeface="Libre Baskerville"/>
              <a:buNone/>
              <a:defRPr/>
            </a:lvl7pPr>
            <a:lvl8pPr lvl="7" rtl="0" algn="l">
              <a:lnSpc>
                <a:spcPct val="100000"/>
              </a:lnSpc>
              <a:spcBef>
                <a:spcPts val="0"/>
              </a:spcBef>
              <a:spcAft>
                <a:spcPts val="0"/>
              </a:spcAft>
              <a:buClr>
                <a:schemeClr val="dk1"/>
              </a:buClr>
              <a:buSzPts val="1400"/>
              <a:buFont typeface="Libre Baskerville"/>
              <a:buNone/>
              <a:defRPr/>
            </a:lvl8pPr>
            <a:lvl9pPr lvl="8" rtl="0" algn="l">
              <a:lnSpc>
                <a:spcPct val="100000"/>
              </a:lnSpc>
              <a:spcBef>
                <a:spcPts val="0"/>
              </a:spcBef>
              <a:spcAft>
                <a:spcPts val="0"/>
              </a:spcAft>
              <a:buClr>
                <a:schemeClr val="dk1"/>
              </a:buClr>
              <a:buSzPts val="1400"/>
              <a:buFont typeface="Libre Baskerville"/>
              <a:buNone/>
              <a:defRPr/>
            </a:lvl9pPr>
          </a:lstStyle>
          <a:p/>
        </p:txBody>
      </p:sp>
      <p:sp>
        <p:nvSpPr>
          <p:cNvPr id="90" name="Google Shape;90;g23b9bd19d96_0_124"/>
          <p:cNvSpPr txBox="1"/>
          <p:nvPr>
            <p:ph idx="11" type="ftr"/>
          </p:nvPr>
        </p:nvSpPr>
        <p:spPr>
          <a:xfrm>
            <a:off x="2590800" y="6136217"/>
            <a:ext cx="7622100" cy="364200"/>
          </a:xfrm>
          <a:prstGeom prst="rect">
            <a:avLst/>
          </a:prstGeom>
          <a:noFill/>
          <a:ln>
            <a:noFill/>
          </a:ln>
        </p:spPr>
        <p:txBody>
          <a:bodyPr anchorCtr="0" anchor="ctr" bIns="91425" lIns="91425" spcFirstLastPara="1" rIns="91425" wrap="square" tIns="91425">
            <a:noAutofit/>
          </a:bodyPr>
          <a:lstStyle>
            <a:lvl1pPr lvl="0" rtl="0" algn="l">
              <a:lnSpc>
                <a:spcPct val="100000"/>
              </a:lnSpc>
              <a:spcBef>
                <a:spcPts val="0"/>
              </a:spcBef>
              <a:spcAft>
                <a:spcPts val="0"/>
              </a:spcAft>
              <a:buClr>
                <a:schemeClr val="dk2"/>
              </a:buClr>
              <a:buSzPts val="1400"/>
              <a:buFont typeface="Libre Baskerville"/>
              <a:buNone/>
              <a:defRPr/>
            </a:lvl1pPr>
            <a:lvl2pPr lvl="1" rtl="0" algn="l">
              <a:lnSpc>
                <a:spcPct val="100000"/>
              </a:lnSpc>
              <a:spcBef>
                <a:spcPts val="0"/>
              </a:spcBef>
              <a:spcAft>
                <a:spcPts val="0"/>
              </a:spcAft>
              <a:buClr>
                <a:schemeClr val="dk1"/>
              </a:buClr>
              <a:buSzPts val="1400"/>
              <a:buFont typeface="Libre Baskerville"/>
              <a:buNone/>
              <a:defRPr/>
            </a:lvl2pPr>
            <a:lvl3pPr lvl="2" rtl="0" algn="l">
              <a:lnSpc>
                <a:spcPct val="100000"/>
              </a:lnSpc>
              <a:spcBef>
                <a:spcPts val="0"/>
              </a:spcBef>
              <a:spcAft>
                <a:spcPts val="0"/>
              </a:spcAft>
              <a:buClr>
                <a:schemeClr val="dk1"/>
              </a:buClr>
              <a:buSzPts val="1400"/>
              <a:buFont typeface="Libre Baskerville"/>
              <a:buNone/>
              <a:defRPr/>
            </a:lvl3pPr>
            <a:lvl4pPr lvl="3" rtl="0" algn="l">
              <a:lnSpc>
                <a:spcPct val="100000"/>
              </a:lnSpc>
              <a:spcBef>
                <a:spcPts val="0"/>
              </a:spcBef>
              <a:spcAft>
                <a:spcPts val="0"/>
              </a:spcAft>
              <a:buClr>
                <a:schemeClr val="dk1"/>
              </a:buClr>
              <a:buSzPts val="1400"/>
              <a:buFont typeface="Libre Baskerville"/>
              <a:buNone/>
              <a:defRPr/>
            </a:lvl4pPr>
            <a:lvl5pPr lvl="4" rtl="0" algn="l">
              <a:lnSpc>
                <a:spcPct val="100000"/>
              </a:lnSpc>
              <a:spcBef>
                <a:spcPts val="0"/>
              </a:spcBef>
              <a:spcAft>
                <a:spcPts val="0"/>
              </a:spcAft>
              <a:buClr>
                <a:schemeClr val="dk1"/>
              </a:buClr>
              <a:buSzPts val="1400"/>
              <a:buFont typeface="Libre Baskerville"/>
              <a:buNone/>
              <a:defRPr/>
            </a:lvl5pPr>
            <a:lvl6pPr lvl="5" rtl="0" algn="l">
              <a:lnSpc>
                <a:spcPct val="100000"/>
              </a:lnSpc>
              <a:spcBef>
                <a:spcPts val="0"/>
              </a:spcBef>
              <a:spcAft>
                <a:spcPts val="0"/>
              </a:spcAft>
              <a:buClr>
                <a:schemeClr val="dk1"/>
              </a:buClr>
              <a:buSzPts val="1400"/>
              <a:buFont typeface="Libre Baskerville"/>
              <a:buNone/>
              <a:defRPr/>
            </a:lvl6pPr>
            <a:lvl7pPr lvl="6" rtl="0" algn="l">
              <a:lnSpc>
                <a:spcPct val="100000"/>
              </a:lnSpc>
              <a:spcBef>
                <a:spcPts val="0"/>
              </a:spcBef>
              <a:spcAft>
                <a:spcPts val="0"/>
              </a:spcAft>
              <a:buClr>
                <a:schemeClr val="dk1"/>
              </a:buClr>
              <a:buSzPts val="1400"/>
              <a:buFont typeface="Libre Baskerville"/>
              <a:buNone/>
              <a:defRPr/>
            </a:lvl7pPr>
            <a:lvl8pPr lvl="7" rtl="0" algn="l">
              <a:lnSpc>
                <a:spcPct val="100000"/>
              </a:lnSpc>
              <a:spcBef>
                <a:spcPts val="0"/>
              </a:spcBef>
              <a:spcAft>
                <a:spcPts val="0"/>
              </a:spcAft>
              <a:buClr>
                <a:schemeClr val="dk1"/>
              </a:buClr>
              <a:buSzPts val="1400"/>
              <a:buFont typeface="Libre Baskerville"/>
              <a:buNone/>
              <a:defRPr/>
            </a:lvl8pPr>
            <a:lvl9pPr lvl="8" rtl="0" algn="l">
              <a:lnSpc>
                <a:spcPct val="100000"/>
              </a:lnSpc>
              <a:spcBef>
                <a:spcPts val="0"/>
              </a:spcBef>
              <a:spcAft>
                <a:spcPts val="0"/>
              </a:spcAft>
              <a:buClr>
                <a:schemeClr val="dk1"/>
              </a:buClr>
              <a:buSzPts val="1400"/>
              <a:buFont typeface="Libre Baskerville"/>
              <a:buNone/>
              <a:defRPr/>
            </a:lvl9pPr>
          </a:lstStyle>
          <a:p/>
        </p:txBody>
      </p:sp>
      <p:sp>
        <p:nvSpPr>
          <p:cNvPr id="91" name="Google Shape;91;g23b9bd19d96_0_124"/>
          <p:cNvSpPr txBox="1"/>
          <p:nvPr>
            <p:ph idx="12" type="sldNum"/>
          </p:nvPr>
        </p:nvSpPr>
        <p:spPr>
          <a:xfrm>
            <a:off x="681567" y="6417733"/>
            <a:ext cx="781200" cy="3642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1pPr>
            <a:lvl2pPr indent="0" lvl="1" marL="0" marR="0" rtl="0" algn="r">
              <a:lnSpc>
                <a:spcPct val="100000"/>
              </a:lnSpc>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2pPr>
            <a:lvl3pPr indent="0" lvl="2" marL="0" marR="0" rtl="0" algn="r">
              <a:lnSpc>
                <a:spcPct val="100000"/>
              </a:lnSpc>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3pPr>
            <a:lvl4pPr indent="0" lvl="3" marL="0" marR="0" rtl="0" algn="r">
              <a:lnSpc>
                <a:spcPct val="100000"/>
              </a:lnSpc>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4pPr>
            <a:lvl5pPr indent="0" lvl="4" marL="0" marR="0" rtl="0" algn="r">
              <a:lnSpc>
                <a:spcPct val="100000"/>
              </a:lnSpc>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5pPr>
            <a:lvl6pPr indent="0" lvl="5" marL="0" marR="0" rtl="0" algn="r">
              <a:lnSpc>
                <a:spcPct val="100000"/>
              </a:lnSpc>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6pPr>
            <a:lvl7pPr indent="0" lvl="6" marL="0" marR="0" rtl="0" algn="r">
              <a:lnSpc>
                <a:spcPct val="100000"/>
              </a:lnSpc>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7pPr>
            <a:lvl8pPr indent="0" lvl="7" marL="0" marR="0" rtl="0" algn="r">
              <a:lnSpc>
                <a:spcPct val="100000"/>
              </a:lnSpc>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8pPr>
            <a:lvl9pPr indent="0" lvl="8" marL="0" marR="0" rtl="0" algn="r">
              <a:lnSpc>
                <a:spcPct val="100000"/>
              </a:lnSpc>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9pPr>
          </a:lstStyle>
          <a:p>
            <a:pPr indent="0" lvl="0" marL="0" rtl="0" algn="r">
              <a:spcBef>
                <a:spcPts val="0"/>
              </a:spcBef>
              <a:spcAft>
                <a:spcPts val="0"/>
              </a:spcAft>
              <a:buNone/>
            </a:pPr>
            <a:r>
              <a:rPr lang="en-IN"/>
              <a:t>1</a:t>
            </a:r>
            <a:endParaRPr b="0" i="0" sz="1400">
              <a:solidFill>
                <a:srgbClr val="000000"/>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8.xml"/><Relationship Id="rId10" Type="http://schemas.openxmlformats.org/officeDocument/2006/relationships/slideLayout" Target="../slideLayouts/slideLayout7.xml"/><Relationship Id="rId13" Type="http://schemas.openxmlformats.org/officeDocument/2006/relationships/slideLayout" Target="../slideLayouts/slideLayout10.xml"/><Relationship Id="rId12" Type="http://schemas.openxmlformats.org/officeDocument/2006/relationships/slideLayout" Target="../slideLayouts/slideLayout9.xml"/><Relationship Id="rId1" Type="http://schemas.openxmlformats.org/officeDocument/2006/relationships/image" Target="../media/image5.jpg"/><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slideLayout" Target="../slideLayouts/slideLayout1.xml"/><Relationship Id="rId9" Type="http://schemas.openxmlformats.org/officeDocument/2006/relationships/slideLayout" Target="../slideLayouts/slideLayout6.xml"/><Relationship Id="rId15" Type="http://schemas.openxmlformats.org/officeDocument/2006/relationships/slideLayout" Target="../slideLayouts/slideLayout12.xml"/><Relationship Id="rId14" Type="http://schemas.openxmlformats.org/officeDocument/2006/relationships/slideLayout" Target="../slideLayouts/slideLayout11.xml"/><Relationship Id="rId17" Type="http://schemas.openxmlformats.org/officeDocument/2006/relationships/theme" Target="../theme/theme1.xml"/><Relationship Id="rId16" Type="http://schemas.openxmlformats.org/officeDocument/2006/relationships/slideLayout" Target="../slideLayouts/slideLayout13.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7"/>
          <p:cNvPicPr preferRelativeResize="0"/>
          <p:nvPr/>
        </p:nvPicPr>
        <p:blipFill rotWithShape="1">
          <a:blip r:embed="rId1">
            <a:alphaModFix/>
          </a:blip>
          <a:srcRect b="0" l="0" r="0" t="0"/>
          <a:stretch/>
        </p:blipFill>
        <p:spPr>
          <a:xfrm>
            <a:off x="11230252" y="0"/>
            <a:ext cx="943992" cy="889896"/>
          </a:xfrm>
          <a:prstGeom prst="rect">
            <a:avLst/>
          </a:prstGeom>
          <a:noFill/>
          <a:ln>
            <a:noFill/>
          </a:ln>
        </p:spPr>
      </p:pic>
      <p:pic>
        <p:nvPicPr>
          <p:cNvPr id="11" name="Google Shape;11;p7"/>
          <p:cNvPicPr preferRelativeResize="0"/>
          <p:nvPr/>
        </p:nvPicPr>
        <p:blipFill rotWithShape="1">
          <a:blip r:embed="rId2">
            <a:alphaModFix/>
          </a:blip>
          <a:srcRect b="0" l="0" r="0" t="0"/>
          <a:stretch/>
        </p:blipFill>
        <p:spPr>
          <a:xfrm>
            <a:off x="9422732" y="6483924"/>
            <a:ext cx="2751532" cy="374076"/>
          </a:xfrm>
          <a:prstGeom prst="rect">
            <a:avLst/>
          </a:prstGeom>
          <a:noFill/>
          <a:ln>
            <a:noFill/>
          </a:ln>
        </p:spPr>
      </p:pic>
      <p:pic>
        <p:nvPicPr>
          <p:cNvPr id="12" name="Google Shape;12;p7"/>
          <p:cNvPicPr preferRelativeResize="0"/>
          <p:nvPr/>
        </p:nvPicPr>
        <p:blipFill rotWithShape="1">
          <a:blip r:embed="rId3">
            <a:alphaModFix/>
          </a:blip>
          <a:srcRect b="0" l="0" r="0" t="0"/>
          <a:stretch/>
        </p:blipFill>
        <p:spPr>
          <a:xfrm>
            <a:off x="0" y="6536571"/>
            <a:ext cx="3724138" cy="321429"/>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 id="2147483661"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hyperlink" Target="https://bmsaqiproject.netlify.app/"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
          <p:cNvSpPr txBox="1"/>
          <p:nvPr/>
        </p:nvSpPr>
        <p:spPr>
          <a:xfrm>
            <a:off x="-2180" y="1236617"/>
            <a:ext cx="12194180" cy="494211"/>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2800"/>
              <a:buFont typeface="Arial Black"/>
              <a:buNone/>
            </a:pPr>
            <a:r>
              <a:rPr b="1" lang="en-IN" sz="2800">
                <a:solidFill>
                  <a:schemeClr val="dk1"/>
                </a:solidFill>
                <a:latin typeface="Arial Black"/>
                <a:ea typeface="Arial Black"/>
                <a:cs typeface="Arial Black"/>
                <a:sym typeface="Arial Black"/>
              </a:rPr>
              <a:t>AIR POLLUTION MONITORING, FORECASTING </a:t>
            </a:r>
            <a:br>
              <a:rPr b="1" lang="en-IN" sz="2800">
                <a:solidFill>
                  <a:schemeClr val="dk1"/>
                </a:solidFill>
                <a:latin typeface="Arial Black"/>
                <a:ea typeface="Arial Black"/>
                <a:cs typeface="Arial Black"/>
                <a:sym typeface="Arial Black"/>
              </a:rPr>
            </a:br>
            <a:r>
              <a:rPr b="1" lang="en-IN" sz="2800">
                <a:solidFill>
                  <a:schemeClr val="dk1"/>
                </a:solidFill>
                <a:latin typeface="Arial Black"/>
                <a:ea typeface="Arial Black"/>
                <a:cs typeface="Arial Black"/>
                <a:sym typeface="Arial Black"/>
              </a:rPr>
              <a:t>AND CONTROLLING SYSTEM</a:t>
            </a:r>
            <a:endParaRPr/>
          </a:p>
        </p:txBody>
      </p:sp>
      <p:sp>
        <p:nvSpPr>
          <p:cNvPr id="97" name="Google Shape;97;p1"/>
          <p:cNvSpPr txBox="1"/>
          <p:nvPr/>
        </p:nvSpPr>
        <p:spPr>
          <a:xfrm>
            <a:off x="-2180" y="3475470"/>
            <a:ext cx="12194100" cy="365100"/>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2000"/>
              <a:buFont typeface="Arial"/>
              <a:buNone/>
            </a:pPr>
            <a:r>
              <a:rPr lang="en-IN" sz="2000">
                <a:solidFill>
                  <a:schemeClr val="dk1"/>
                </a:solidFill>
                <a:latin typeface="Calibri"/>
                <a:ea typeface="Calibri"/>
                <a:cs typeface="Calibri"/>
                <a:sym typeface="Calibri"/>
              </a:rPr>
              <a:t>B.M.S. COLLEGE OF ENGINEERING</a:t>
            </a:r>
            <a:endParaRPr/>
          </a:p>
        </p:txBody>
      </p:sp>
      <p:sp>
        <p:nvSpPr>
          <p:cNvPr id="98" name="Google Shape;98;p1"/>
          <p:cNvSpPr txBox="1"/>
          <p:nvPr/>
        </p:nvSpPr>
        <p:spPr>
          <a:xfrm>
            <a:off x="0" y="3886297"/>
            <a:ext cx="121788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IN" sz="1800">
                <a:solidFill>
                  <a:schemeClr val="dk1"/>
                </a:solidFill>
                <a:latin typeface="Calibri"/>
                <a:ea typeface="Calibri"/>
                <a:cs typeface="Calibri"/>
                <a:sym typeface="Calibri"/>
              </a:rPr>
              <a:t>INFORMATION SCIENCE AND ENGINEERING</a:t>
            </a:r>
            <a:endParaRPr/>
          </a:p>
        </p:txBody>
      </p:sp>
      <p:sp>
        <p:nvSpPr>
          <p:cNvPr id="99" name="Google Shape;99;p1"/>
          <p:cNvSpPr txBox="1"/>
          <p:nvPr/>
        </p:nvSpPr>
        <p:spPr>
          <a:xfrm>
            <a:off x="9091748" y="4796861"/>
            <a:ext cx="3100200" cy="86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IN" sz="1800" u="none" cap="none" strike="noStrike">
                <a:solidFill>
                  <a:schemeClr val="dk1"/>
                </a:solidFill>
                <a:latin typeface="Calibri"/>
                <a:ea typeface="Calibri"/>
                <a:cs typeface="Calibri"/>
                <a:sym typeface="Calibri"/>
              </a:rPr>
              <a:t>Guide Name:</a:t>
            </a:r>
            <a:endParaRPr/>
          </a:p>
          <a:p>
            <a:pPr indent="0" lvl="0" marL="0" marR="0" rtl="0" algn="l">
              <a:spcBef>
                <a:spcPts val="0"/>
              </a:spcBef>
              <a:spcAft>
                <a:spcPts val="0"/>
              </a:spcAft>
              <a:buNone/>
            </a:pPr>
            <a:r>
              <a:rPr lang="en-IN" sz="1800">
                <a:solidFill>
                  <a:schemeClr val="dk1"/>
                </a:solidFill>
                <a:latin typeface="Calibri"/>
                <a:ea typeface="Calibri"/>
                <a:cs typeface="Calibri"/>
                <a:sym typeface="Calibri"/>
              </a:rPr>
              <a:t>1. </a:t>
            </a:r>
            <a:r>
              <a:rPr lang="en-IN" sz="1800">
                <a:solidFill>
                  <a:schemeClr val="dk1"/>
                </a:solidFill>
                <a:latin typeface="Calibri"/>
                <a:ea typeface="Calibri"/>
                <a:cs typeface="Calibri"/>
                <a:sym typeface="Calibri"/>
              </a:rPr>
              <a:t>Prof. Pallavi B</a:t>
            </a:r>
            <a:endParaRPr/>
          </a:p>
          <a:p>
            <a:pPr indent="0" lvl="0" marL="0" marR="0" rtl="0" algn="l">
              <a:spcBef>
                <a:spcPts val="0"/>
              </a:spcBef>
              <a:spcAft>
                <a:spcPts val="0"/>
              </a:spcAft>
              <a:buNone/>
            </a:pPr>
            <a:r>
              <a:t/>
            </a:r>
            <a:endParaRPr/>
          </a:p>
        </p:txBody>
      </p:sp>
      <p:sp>
        <p:nvSpPr>
          <p:cNvPr id="100" name="Google Shape;100;p1"/>
          <p:cNvSpPr txBox="1"/>
          <p:nvPr/>
        </p:nvSpPr>
        <p:spPr>
          <a:xfrm>
            <a:off x="243845" y="4652559"/>
            <a:ext cx="3392100" cy="1416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Student(s) Name:</a:t>
            </a:r>
            <a:endParaRPr/>
          </a:p>
          <a:p>
            <a:pPr indent="0" lvl="0" marL="0" marR="0" rtl="0" algn="l">
              <a:spcBef>
                <a:spcPts val="0"/>
              </a:spcBef>
              <a:spcAft>
                <a:spcPts val="0"/>
              </a:spcAft>
              <a:buNone/>
            </a:pPr>
            <a:r>
              <a:rPr lang="en-IN" sz="1800">
                <a:solidFill>
                  <a:schemeClr val="dk1"/>
                </a:solidFill>
                <a:latin typeface="Calibri"/>
                <a:ea typeface="Calibri"/>
                <a:cs typeface="Calibri"/>
                <a:sym typeface="Calibri"/>
              </a:rPr>
              <a:t>1. Prateek M Gummaraju</a:t>
            </a:r>
            <a:endParaRPr/>
          </a:p>
          <a:p>
            <a:pPr indent="0" lvl="0" marL="0" marR="0" rtl="0" algn="l">
              <a:spcBef>
                <a:spcPts val="0"/>
              </a:spcBef>
              <a:spcAft>
                <a:spcPts val="0"/>
              </a:spcAft>
              <a:buNone/>
            </a:pPr>
            <a:r>
              <a:rPr lang="en-IN" sz="1800">
                <a:solidFill>
                  <a:schemeClr val="dk1"/>
                </a:solidFill>
                <a:latin typeface="Calibri"/>
                <a:ea typeface="Calibri"/>
                <a:cs typeface="Calibri"/>
                <a:sym typeface="Calibri"/>
              </a:rPr>
              <a:t>2. Ruchi Agarwal</a:t>
            </a:r>
            <a:endParaRPr/>
          </a:p>
          <a:p>
            <a:pPr indent="0" lvl="0" marL="0" marR="0" rtl="0" algn="l">
              <a:spcBef>
                <a:spcPts val="0"/>
              </a:spcBef>
              <a:spcAft>
                <a:spcPts val="0"/>
              </a:spcAft>
              <a:buNone/>
            </a:pPr>
            <a:r>
              <a:rPr lang="en-IN" sz="1800">
                <a:solidFill>
                  <a:schemeClr val="dk1"/>
                </a:solidFill>
                <a:latin typeface="Calibri"/>
                <a:ea typeface="Calibri"/>
                <a:cs typeface="Calibri"/>
                <a:sym typeface="Calibri"/>
              </a:rPr>
              <a:t>3. Samartha S</a:t>
            </a:r>
            <a:endParaRPr/>
          </a:p>
          <a:p>
            <a:pPr indent="0" lvl="0" marL="0" marR="0" rtl="0" algn="l">
              <a:spcBef>
                <a:spcPts val="0"/>
              </a:spcBef>
              <a:spcAft>
                <a:spcPts val="0"/>
              </a:spcAft>
              <a:buNone/>
            </a:pPr>
            <a:r>
              <a:t/>
            </a:r>
            <a:endParaRPr/>
          </a:p>
        </p:txBody>
      </p:sp>
      <p:sp>
        <p:nvSpPr>
          <p:cNvPr id="101" name="Google Shape;101;p1"/>
          <p:cNvSpPr txBox="1"/>
          <p:nvPr/>
        </p:nvSpPr>
        <p:spPr>
          <a:xfrm>
            <a:off x="4168049" y="2190450"/>
            <a:ext cx="38559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IN" sz="1800">
                <a:solidFill>
                  <a:schemeClr val="dk1"/>
                </a:solidFill>
                <a:latin typeface="Calibri"/>
                <a:ea typeface="Calibri"/>
                <a:cs typeface="Calibri"/>
                <a:sym typeface="Calibri"/>
              </a:rPr>
              <a:t>Project Reference No.: </a:t>
            </a:r>
            <a:r>
              <a:rPr lang="en-IN">
                <a:solidFill>
                  <a:schemeClr val="dk1"/>
                </a:solidFill>
                <a:latin typeface="Times New Roman"/>
                <a:ea typeface="Times New Roman"/>
                <a:cs typeface="Times New Roman"/>
                <a:sym typeface="Times New Roman"/>
              </a:rPr>
              <a:t> </a:t>
            </a:r>
            <a:r>
              <a:rPr b="1" lang="en-IN" sz="1800">
                <a:solidFill>
                  <a:schemeClr val="dk1"/>
                </a:solidFill>
                <a:latin typeface="Calibri"/>
                <a:ea typeface="Calibri"/>
                <a:cs typeface="Calibri"/>
                <a:sym typeface="Calibri"/>
              </a:rPr>
              <a:t>46S_BE_4800</a:t>
            </a:r>
            <a:endParaRPr b="1"/>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g23b9bd19d96_0_0"/>
          <p:cNvSpPr txBox="1"/>
          <p:nvPr>
            <p:ph idx="1" type="body"/>
          </p:nvPr>
        </p:nvSpPr>
        <p:spPr>
          <a:xfrm>
            <a:off x="1462619" y="404664"/>
            <a:ext cx="9212100" cy="609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1581AA"/>
              </a:buClr>
              <a:buSzPts val="3600"/>
              <a:buNone/>
            </a:pPr>
            <a:r>
              <a:rPr lang="en-IN" sz="3600">
                <a:solidFill>
                  <a:schemeClr val="dk2"/>
                </a:solidFill>
                <a:latin typeface="Libre Franklin"/>
                <a:ea typeface="Libre Franklin"/>
                <a:cs typeface="Libre Franklin"/>
                <a:sym typeface="Libre Franklin"/>
              </a:rPr>
              <a:t>Introduction</a:t>
            </a:r>
            <a:endParaRPr sz="3600">
              <a:solidFill>
                <a:schemeClr val="dk2"/>
              </a:solidFill>
              <a:latin typeface="Libre Franklin"/>
              <a:ea typeface="Libre Franklin"/>
              <a:cs typeface="Libre Franklin"/>
              <a:sym typeface="Libre Franklin"/>
            </a:endParaRPr>
          </a:p>
        </p:txBody>
      </p:sp>
      <p:sp>
        <p:nvSpPr>
          <p:cNvPr id="107" name="Google Shape;107;g23b9bd19d96_0_0"/>
          <p:cNvSpPr txBox="1"/>
          <p:nvPr/>
        </p:nvSpPr>
        <p:spPr>
          <a:xfrm>
            <a:off x="1084035" y="1165664"/>
            <a:ext cx="9684000" cy="2011200"/>
          </a:xfrm>
          <a:prstGeom prst="rect">
            <a:avLst/>
          </a:prstGeom>
          <a:noFill/>
          <a:ln>
            <a:noFill/>
          </a:ln>
        </p:spPr>
        <p:txBody>
          <a:bodyPr anchorCtr="0" anchor="t" bIns="45700" lIns="91425" spcFirstLastPara="1" rIns="91425" wrap="square" tIns="45700">
            <a:spAutoFit/>
          </a:bodyPr>
          <a:lstStyle/>
          <a:p>
            <a:pPr indent="-304800" lvl="0" marL="457200" rtl="0" algn="just">
              <a:lnSpc>
                <a:spcPct val="115000"/>
              </a:lnSpc>
              <a:spcBef>
                <a:spcPts val="0"/>
              </a:spcBef>
              <a:spcAft>
                <a:spcPts val="0"/>
              </a:spcAft>
              <a:buClr>
                <a:schemeClr val="dk1"/>
              </a:buClr>
              <a:buSzPts val="1200"/>
              <a:buFont typeface="Times New Roman"/>
              <a:buChar char="●"/>
            </a:pPr>
            <a:r>
              <a:rPr lang="en-IN" sz="1600">
                <a:solidFill>
                  <a:schemeClr val="dk1"/>
                </a:solidFill>
                <a:latin typeface="Times New Roman"/>
                <a:ea typeface="Times New Roman"/>
                <a:cs typeface="Times New Roman"/>
                <a:sym typeface="Times New Roman"/>
              </a:rPr>
              <a:t>Air pollution is defined as the presence of compounds in the atmosphere that are harmful to human beings and other living organisms</a:t>
            </a:r>
            <a:endParaRPr sz="1600">
              <a:solidFill>
                <a:schemeClr val="dk1"/>
              </a:solidFill>
              <a:latin typeface="Times New Roman"/>
              <a:ea typeface="Times New Roman"/>
              <a:cs typeface="Times New Roman"/>
              <a:sym typeface="Times New Roman"/>
            </a:endParaRPr>
          </a:p>
          <a:p>
            <a:pPr indent="-304800" lvl="0" marL="457200" rtl="0" algn="just">
              <a:lnSpc>
                <a:spcPct val="115000"/>
              </a:lnSpc>
              <a:spcBef>
                <a:spcPts val="1000"/>
              </a:spcBef>
              <a:spcAft>
                <a:spcPts val="0"/>
              </a:spcAft>
              <a:buClr>
                <a:schemeClr val="dk1"/>
              </a:buClr>
              <a:buSzPts val="1200"/>
              <a:buFont typeface="Times New Roman"/>
              <a:buChar char="●"/>
            </a:pPr>
            <a:r>
              <a:rPr lang="en-IN" sz="1600">
                <a:solidFill>
                  <a:schemeClr val="dk1"/>
                </a:solidFill>
                <a:latin typeface="Times New Roman"/>
                <a:ea typeface="Times New Roman"/>
                <a:cs typeface="Times New Roman"/>
                <a:sym typeface="Times New Roman"/>
              </a:rPr>
              <a:t>Has severe effects on human health - Respiratory issues, lungs and heart problems</a:t>
            </a:r>
            <a:endParaRPr sz="1600">
              <a:solidFill>
                <a:schemeClr val="dk1"/>
              </a:solidFill>
              <a:latin typeface="Times New Roman"/>
              <a:ea typeface="Times New Roman"/>
              <a:cs typeface="Times New Roman"/>
              <a:sym typeface="Times New Roman"/>
            </a:endParaRPr>
          </a:p>
          <a:p>
            <a:pPr indent="-304800" lvl="0" marL="457200" rtl="0" algn="just">
              <a:lnSpc>
                <a:spcPct val="115000"/>
              </a:lnSpc>
              <a:spcBef>
                <a:spcPts val="1000"/>
              </a:spcBef>
              <a:spcAft>
                <a:spcPts val="1000"/>
              </a:spcAft>
              <a:buClr>
                <a:schemeClr val="dk1"/>
              </a:buClr>
              <a:buSzPts val="1200"/>
              <a:buFont typeface="Times New Roman"/>
              <a:buChar char="●"/>
            </a:pPr>
            <a:r>
              <a:rPr lang="en-IN" sz="1600">
                <a:solidFill>
                  <a:schemeClr val="dk1"/>
                </a:solidFill>
                <a:latin typeface="Times New Roman"/>
                <a:ea typeface="Times New Roman"/>
                <a:cs typeface="Times New Roman"/>
                <a:sym typeface="Times New Roman"/>
              </a:rPr>
              <a:t>Offering a holistic approach to tackle the issue of air pollution by building a device that can monitor air pollution, predict future levels of pollution and also suggest precautionary actions and methods to reduce air pollution</a:t>
            </a:r>
            <a:endParaRPr sz="1200"/>
          </a:p>
        </p:txBody>
      </p:sp>
      <p:sp>
        <p:nvSpPr>
          <p:cNvPr id="108" name="Google Shape;108;g23b9bd19d96_0_0"/>
          <p:cNvSpPr txBox="1"/>
          <p:nvPr>
            <p:ph idx="12" type="sldNum"/>
          </p:nvPr>
        </p:nvSpPr>
        <p:spPr>
          <a:xfrm>
            <a:off x="681567" y="6417733"/>
            <a:ext cx="781200" cy="364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EFFFF"/>
              </a:buClr>
              <a:buSzPts val="2000"/>
              <a:buFont typeface="Century Gothic"/>
              <a:buNone/>
            </a:pPr>
            <a:r>
              <a:rPr lang="en-IN"/>
              <a:t>1</a:t>
            </a:r>
            <a:endParaRPr b="0" i="0" sz="1400">
              <a:solidFill>
                <a:srgbClr val="000000"/>
              </a:solidFill>
              <a:latin typeface="Arial"/>
              <a:ea typeface="Arial"/>
              <a:cs typeface="Arial"/>
              <a:sym typeface="Arial"/>
            </a:endParaRPr>
          </a:p>
        </p:txBody>
      </p:sp>
      <p:pic>
        <p:nvPicPr>
          <p:cNvPr id="109" name="Google Shape;109;g23b9bd19d96_0_0"/>
          <p:cNvPicPr preferRelativeResize="0"/>
          <p:nvPr/>
        </p:nvPicPr>
        <p:blipFill>
          <a:blip r:embed="rId3">
            <a:alphaModFix/>
          </a:blip>
          <a:stretch>
            <a:fillRect/>
          </a:stretch>
        </p:blipFill>
        <p:spPr>
          <a:xfrm>
            <a:off x="3447358" y="3328575"/>
            <a:ext cx="5716600" cy="2378066"/>
          </a:xfrm>
          <a:prstGeom prst="rect">
            <a:avLst/>
          </a:prstGeom>
          <a:noFill/>
          <a:ln cap="flat" cmpd="sng" w="9525">
            <a:solidFill>
              <a:srgbClr val="696464"/>
            </a:solidFill>
            <a:prstDash val="solid"/>
            <a:round/>
            <a:headEnd len="sm" w="sm" type="none"/>
            <a:tailEnd len="sm" w="sm" type="none"/>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g23b9bd19d96_0_9"/>
          <p:cNvSpPr txBox="1"/>
          <p:nvPr>
            <p:ph idx="1" type="body"/>
          </p:nvPr>
        </p:nvSpPr>
        <p:spPr>
          <a:xfrm>
            <a:off x="1490035" y="180264"/>
            <a:ext cx="9212100" cy="609300"/>
          </a:xfrm>
          <a:prstGeom prst="rect">
            <a:avLst/>
          </a:prstGeom>
          <a:noFill/>
          <a:ln>
            <a:noFill/>
          </a:ln>
        </p:spPr>
        <p:txBody>
          <a:bodyPr anchorCtr="0" anchor="t" bIns="91425" lIns="91425" spcFirstLastPara="1" rIns="91425" wrap="square" tIns="91425">
            <a:noAutofit/>
          </a:bodyPr>
          <a:lstStyle/>
          <a:p>
            <a:pPr indent="0" lvl="0" marL="228600" rtl="0" algn="ctr">
              <a:lnSpc>
                <a:spcPct val="100000"/>
              </a:lnSpc>
              <a:spcBef>
                <a:spcPts val="0"/>
              </a:spcBef>
              <a:spcAft>
                <a:spcPts val="0"/>
              </a:spcAft>
              <a:buSzPts val="1400"/>
              <a:buNone/>
            </a:pPr>
            <a:r>
              <a:rPr lang="en-IN" sz="3600">
                <a:solidFill>
                  <a:schemeClr val="dk2"/>
                </a:solidFill>
                <a:latin typeface="Libre Franklin"/>
                <a:ea typeface="Libre Franklin"/>
                <a:cs typeface="Libre Franklin"/>
                <a:sym typeface="Libre Franklin"/>
              </a:rPr>
              <a:t>Motivation</a:t>
            </a:r>
            <a:endParaRPr/>
          </a:p>
        </p:txBody>
      </p:sp>
      <p:sp>
        <p:nvSpPr>
          <p:cNvPr id="115" name="Google Shape;115;g23b9bd19d96_0_9"/>
          <p:cNvSpPr txBox="1"/>
          <p:nvPr/>
        </p:nvSpPr>
        <p:spPr>
          <a:xfrm>
            <a:off x="1018035" y="1182892"/>
            <a:ext cx="9684000" cy="3630600"/>
          </a:xfrm>
          <a:prstGeom prst="rect">
            <a:avLst/>
          </a:prstGeom>
          <a:noFill/>
          <a:ln>
            <a:noFill/>
          </a:ln>
        </p:spPr>
        <p:txBody>
          <a:bodyPr anchorCtr="0" anchor="t" bIns="45700" lIns="91425" spcFirstLastPara="1" rIns="91425" wrap="square" tIns="45700">
            <a:spAutoFit/>
          </a:bodyPr>
          <a:lstStyle/>
          <a:p>
            <a:pPr indent="-330200" lvl="0" marL="457200" rtl="0" algn="just">
              <a:lnSpc>
                <a:spcPct val="115000"/>
              </a:lnSpc>
              <a:spcBef>
                <a:spcPts val="0"/>
              </a:spcBef>
              <a:spcAft>
                <a:spcPts val="0"/>
              </a:spcAft>
              <a:buClr>
                <a:schemeClr val="dk1"/>
              </a:buClr>
              <a:buSzPts val="1600"/>
              <a:buFont typeface="Times New Roman"/>
              <a:buChar char="●"/>
            </a:pPr>
            <a:r>
              <a:rPr lang="en-IN" sz="1600">
                <a:solidFill>
                  <a:schemeClr val="dk1"/>
                </a:solidFill>
                <a:latin typeface="Times New Roman"/>
                <a:ea typeface="Times New Roman"/>
                <a:cs typeface="Times New Roman"/>
                <a:sym typeface="Times New Roman"/>
              </a:rPr>
              <a:t>Air pollution claims 7 million lives a year making it the most dangerous type of pollution</a:t>
            </a:r>
            <a:endParaRPr sz="1600">
              <a:solidFill>
                <a:schemeClr val="dk1"/>
              </a:solidFill>
              <a:latin typeface="Times New Roman"/>
              <a:ea typeface="Times New Roman"/>
              <a:cs typeface="Times New Roman"/>
              <a:sym typeface="Times New Roman"/>
            </a:endParaRPr>
          </a:p>
          <a:p>
            <a:pPr indent="-330200" lvl="0" marL="457200" rtl="0" algn="just">
              <a:lnSpc>
                <a:spcPct val="115000"/>
              </a:lnSpc>
              <a:spcBef>
                <a:spcPts val="1000"/>
              </a:spcBef>
              <a:spcAft>
                <a:spcPts val="0"/>
              </a:spcAft>
              <a:buClr>
                <a:schemeClr val="dk1"/>
              </a:buClr>
              <a:buSzPts val="1600"/>
              <a:buFont typeface="Times New Roman"/>
              <a:buChar char="●"/>
            </a:pPr>
            <a:r>
              <a:rPr lang="en-IN" sz="1600">
                <a:solidFill>
                  <a:schemeClr val="dk1"/>
                </a:solidFill>
                <a:latin typeface="Times New Roman"/>
                <a:ea typeface="Times New Roman"/>
                <a:cs typeface="Times New Roman"/>
                <a:sym typeface="Times New Roman"/>
              </a:rPr>
              <a:t>No present technology that is implemented on a large scale in urban areas</a:t>
            </a:r>
            <a:endParaRPr sz="1600">
              <a:solidFill>
                <a:schemeClr val="dk1"/>
              </a:solidFill>
              <a:latin typeface="Times New Roman"/>
              <a:ea typeface="Times New Roman"/>
              <a:cs typeface="Times New Roman"/>
              <a:sym typeface="Times New Roman"/>
            </a:endParaRPr>
          </a:p>
          <a:p>
            <a:pPr indent="-330200" lvl="0" marL="457200" rtl="0" algn="just">
              <a:lnSpc>
                <a:spcPct val="115000"/>
              </a:lnSpc>
              <a:spcBef>
                <a:spcPts val="1000"/>
              </a:spcBef>
              <a:spcAft>
                <a:spcPts val="0"/>
              </a:spcAft>
              <a:buClr>
                <a:schemeClr val="dk1"/>
              </a:buClr>
              <a:buSzPts val="1600"/>
              <a:buFont typeface="Times New Roman"/>
              <a:buChar char="●"/>
            </a:pPr>
            <a:r>
              <a:rPr lang="en-IN" sz="1600">
                <a:solidFill>
                  <a:schemeClr val="dk1"/>
                </a:solidFill>
                <a:latin typeface="Times New Roman"/>
                <a:ea typeface="Times New Roman"/>
                <a:cs typeface="Times New Roman"/>
                <a:sym typeface="Times New Roman"/>
              </a:rPr>
              <a:t>Lack of effective mobile apps</a:t>
            </a:r>
            <a:endParaRPr sz="1600">
              <a:solidFill>
                <a:schemeClr val="dk1"/>
              </a:solidFill>
              <a:latin typeface="Times New Roman"/>
              <a:ea typeface="Times New Roman"/>
              <a:cs typeface="Times New Roman"/>
              <a:sym typeface="Times New Roman"/>
            </a:endParaRPr>
          </a:p>
          <a:p>
            <a:pPr indent="-330200" lvl="0" marL="457200" rtl="0" algn="just">
              <a:lnSpc>
                <a:spcPct val="115000"/>
              </a:lnSpc>
              <a:spcBef>
                <a:spcPts val="1000"/>
              </a:spcBef>
              <a:spcAft>
                <a:spcPts val="0"/>
              </a:spcAft>
              <a:buClr>
                <a:schemeClr val="dk1"/>
              </a:buClr>
              <a:buSzPts val="1600"/>
              <a:buFont typeface="Times New Roman"/>
              <a:buChar char="●"/>
            </a:pPr>
            <a:r>
              <a:rPr lang="en-IN" sz="1600">
                <a:solidFill>
                  <a:schemeClr val="dk1"/>
                </a:solidFill>
                <a:latin typeface="Times New Roman"/>
                <a:ea typeface="Times New Roman"/>
                <a:cs typeface="Times New Roman"/>
                <a:sym typeface="Times New Roman"/>
              </a:rPr>
              <a:t>Lack of awareness </a:t>
            </a:r>
            <a:endParaRPr sz="1600">
              <a:solidFill>
                <a:schemeClr val="dk1"/>
              </a:solidFill>
              <a:latin typeface="Times New Roman"/>
              <a:ea typeface="Times New Roman"/>
              <a:cs typeface="Times New Roman"/>
              <a:sym typeface="Times New Roman"/>
            </a:endParaRPr>
          </a:p>
          <a:p>
            <a:pPr indent="-330200" lvl="0" marL="457200" rtl="0" algn="just">
              <a:lnSpc>
                <a:spcPct val="115000"/>
              </a:lnSpc>
              <a:spcBef>
                <a:spcPts val="1000"/>
              </a:spcBef>
              <a:spcAft>
                <a:spcPts val="0"/>
              </a:spcAft>
              <a:buClr>
                <a:schemeClr val="dk1"/>
              </a:buClr>
              <a:buSzPts val="1600"/>
              <a:buFont typeface="Times New Roman"/>
              <a:buChar char="●"/>
            </a:pPr>
            <a:r>
              <a:rPr lang="en-IN" sz="1600">
                <a:solidFill>
                  <a:schemeClr val="dk1"/>
                </a:solidFill>
                <a:latin typeface="Times New Roman"/>
                <a:ea typeface="Times New Roman"/>
                <a:cs typeface="Times New Roman"/>
                <a:sym typeface="Times New Roman"/>
              </a:rPr>
              <a:t>Demonstrate the possibility of a device to tackle to this problem which  is:</a:t>
            </a:r>
            <a:endParaRPr sz="1600">
              <a:solidFill>
                <a:schemeClr val="dk1"/>
              </a:solidFill>
              <a:latin typeface="Times New Roman"/>
              <a:ea typeface="Times New Roman"/>
              <a:cs typeface="Times New Roman"/>
              <a:sym typeface="Times New Roman"/>
            </a:endParaRPr>
          </a:p>
          <a:p>
            <a:pPr indent="-330200" lvl="1" marL="914400" rtl="0" algn="just">
              <a:lnSpc>
                <a:spcPct val="115000"/>
              </a:lnSpc>
              <a:spcBef>
                <a:spcPts val="1000"/>
              </a:spcBef>
              <a:spcAft>
                <a:spcPts val="0"/>
              </a:spcAft>
              <a:buClr>
                <a:schemeClr val="dk1"/>
              </a:buClr>
              <a:buSzPts val="1600"/>
              <a:buFont typeface="Times New Roman"/>
              <a:buChar char="○"/>
            </a:pPr>
            <a:r>
              <a:rPr lang="en-IN" sz="1600">
                <a:solidFill>
                  <a:schemeClr val="dk1"/>
                </a:solidFill>
                <a:latin typeface="Times New Roman"/>
                <a:ea typeface="Times New Roman"/>
                <a:cs typeface="Times New Roman"/>
                <a:sym typeface="Times New Roman"/>
              </a:rPr>
              <a:t>Cost effective</a:t>
            </a:r>
            <a:endParaRPr sz="1600">
              <a:solidFill>
                <a:schemeClr val="dk1"/>
              </a:solidFill>
              <a:latin typeface="Times New Roman"/>
              <a:ea typeface="Times New Roman"/>
              <a:cs typeface="Times New Roman"/>
              <a:sym typeface="Times New Roman"/>
            </a:endParaRPr>
          </a:p>
          <a:p>
            <a:pPr indent="-330200" lvl="1" marL="914400" rtl="0" algn="just">
              <a:lnSpc>
                <a:spcPct val="115000"/>
              </a:lnSpc>
              <a:spcBef>
                <a:spcPts val="1000"/>
              </a:spcBef>
              <a:spcAft>
                <a:spcPts val="0"/>
              </a:spcAft>
              <a:buClr>
                <a:schemeClr val="dk1"/>
              </a:buClr>
              <a:buSzPts val="1600"/>
              <a:buFont typeface="Times New Roman"/>
              <a:buChar char="○"/>
            </a:pPr>
            <a:r>
              <a:rPr lang="en-IN" sz="1600">
                <a:solidFill>
                  <a:schemeClr val="dk1"/>
                </a:solidFill>
                <a:latin typeface="Times New Roman"/>
                <a:ea typeface="Times New Roman"/>
                <a:cs typeface="Times New Roman"/>
                <a:sym typeface="Times New Roman"/>
              </a:rPr>
              <a:t>Compact</a:t>
            </a:r>
            <a:endParaRPr sz="1600">
              <a:solidFill>
                <a:schemeClr val="dk1"/>
              </a:solidFill>
              <a:latin typeface="Times New Roman"/>
              <a:ea typeface="Times New Roman"/>
              <a:cs typeface="Times New Roman"/>
              <a:sym typeface="Times New Roman"/>
            </a:endParaRPr>
          </a:p>
          <a:p>
            <a:pPr indent="-330200" lvl="1" marL="914400" rtl="0" algn="just">
              <a:lnSpc>
                <a:spcPct val="115000"/>
              </a:lnSpc>
              <a:spcBef>
                <a:spcPts val="1000"/>
              </a:spcBef>
              <a:spcAft>
                <a:spcPts val="0"/>
              </a:spcAft>
              <a:buClr>
                <a:schemeClr val="dk1"/>
              </a:buClr>
              <a:buSzPts val="1600"/>
              <a:buFont typeface="Times New Roman"/>
              <a:buChar char="○"/>
            </a:pPr>
            <a:r>
              <a:rPr lang="en-IN" sz="1600">
                <a:solidFill>
                  <a:schemeClr val="dk1"/>
                </a:solidFill>
                <a:latin typeface="Times New Roman"/>
                <a:ea typeface="Times New Roman"/>
                <a:cs typeface="Times New Roman"/>
                <a:sym typeface="Times New Roman"/>
              </a:rPr>
              <a:t>Easy to use</a:t>
            </a:r>
            <a:endParaRPr sz="1600">
              <a:solidFill>
                <a:schemeClr val="dk1"/>
              </a:solidFill>
              <a:latin typeface="Times New Roman"/>
              <a:ea typeface="Times New Roman"/>
              <a:cs typeface="Times New Roman"/>
              <a:sym typeface="Times New Roman"/>
            </a:endParaRPr>
          </a:p>
          <a:p>
            <a:pPr indent="-330200" lvl="0" marL="457200" rtl="0" algn="just">
              <a:lnSpc>
                <a:spcPct val="115000"/>
              </a:lnSpc>
              <a:spcBef>
                <a:spcPts val="1000"/>
              </a:spcBef>
              <a:spcAft>
                <a:spcPts val="0"/>
              </a:spcAft>
              <a:buClr>
                <a:schemeClr val="dk1"/>
              </a:buClr>
              <a:buSzPts val="1600"/>
              <a:buFont typeface="Times New Roman"/>
              <a:buChar char="●"/>
            </a:pPr>
            <a:r>
              <a:rPr lang="en-IN" sz="1600">
                <a:solidFill>
                  <a:schemeClr val="dk1"/>
                </a:solidFill>
                <a:latin typeface="Times New Roman"/>
                <a:ea typeface="Times New Roman"/>
                <a:cs typeface="Times New Roman"/>
                <a:sym typeface="Times New Roman"/>
              </a:rPr>
              <a:t>Help Bengaluru remain the Garden City of India for many years to come</a:t>
            </a:r>
            <a:endParaRPr sz="1600"/>
          </a:p>
        </p:txBody>
      </p:sp>
      <p:sp>
        <p:nvSpPr>
          <p:cNvPr id="116" name="Google Shape;116;g23b9bd19d96_0_9"/>
          <p:cNvSpPr txBox="1"/>
          <p:nvPr>
            <p:ph idx="12" type="sldNum"/>
          </p:nvPr>
        </p:nvSpPr>
        <p:spPr>
          <a:xfrm>
            <a:off x="681567" y="6417733"/>
            <a:ext cx="781200" cy="364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EFFFF"/>
              </a:buClr>
              <a:buSzPts val="2000"/>
              <a:buFont typeface="Century Gothic"/>
              <a:buNone/>
            </a:pPr>
            <a:r>
              <a:rPr lang="en-IN"/>
              <a:t>1</a:t>
            </a:r>
            <a:endParaRPr b="0" i="0" sz="140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g23b9bd19d96_0_17"/>
          <p:cNvSpPr txBox="1"/>
          <p:nvPr>
            <p:ph idx="1" type="body"/>
          </p:nvPr>
        </p:nvSpPr>
        <p:spPr>
          <a:xfrm>
            <a:off x="1464928" y="332656"/>
            <a:ext cx="9393600" cy="762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1581AA"/>
              </a:buClr>
              <a:buSzPts val="2800"/>
              <a:buNone/>
            </a:pPr>
            <a:r>
              <a:rPr lang="en-IN" sz="3600">
                <a:solidFill>
                  <a:schemeClr val="dk2"/>
                </a:solidFill>
                <a:latin typeface="Libre Franklin"/>
                <a:ea typeface="Libre Franklin"/>
                <a:cs typeface="Libre Franklin"/>
                <a:sym typeface="Libre Franklin"/>
              </a:rPr>
              <a:t>Objectives </a:t>
            </a:r>
            <a:endParaRPr sz="3600">
              <a:solidFill>
                <a:schemeClr val="dk2"/>
              </a:solidFill>
              <a:latin typeface="Libre Franklin"/>
              <a:ea typeface="Libre Franklin"/>
              <a:cs typeface="Libre Franklin"/>
              <a:sym typeface="Libre Franklin"/>
            </a:endParaRPr>
          </a:p>
        </p:txBody>
      </p:sp>
      <p:sp>
        <p:nvSpPr>
          <p:cNvPr id="122" name="Google Shape;122;g23b9bd19d96_0_17"/>
          <p:cNvSpPr txBox="1"/>
          <p:nvPr>
            <p:ph idx="12" type="sldNum"/>
          </p:nvPr>
        </p:nvSpPr>
        <p:spPr>
          <a:xfrm>
            <a:off x="681567" y="6417733"/>
            <a:ext cx="781200" cy="364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EFFFF"/>
              </a:buClr>
              <a:buSzPts val="2000"/>
              <a:buFont typeface="Century Gothic"/>
              <a:buNone/>
            </a:pPr>
            <a:r>
              <a:rPr lang="en-IN"/>
              <a:t>1</a:t>
            </a:r>
            <a:endParaRPr b="0" i="0" sz="1400">
              <a:solidFill>
                <a:srgbClr val="000000"/>
              </a:solidFill>
              <a:latin typeface="Arial"/>
              <a:ea typeface="Arial"/>
              <a:cs typeface="Arial"/>
              <a:sym typeface="Arial"/>
            </a:endParaRPr>
          </a:p>
        </p:txBody>
      </p:sp>
      <p:sp>
        <p:nvSpPr>
          <p:cNvPr id="123" name="Google Shape;123;g23b9bd19d96_0_17"/>
          <p:cNvSpPr txBox="1"/>
          <p:nvPr/>
        </p:nvSpPr>
        <p:spPr>
          <a:xfrm>
            <a:off x="522600" y="1515525"/>
            <a:ext cx="11146800" cy="3016800"/>
          </a:xfrm>
          <a:prstGeom prst="rect">
            <a:avLst/>
          </a:prstGeom>
          <a:noFill/>
          <a:ln>
            <a:noFill/>
          </a:ln>
        </p:spPr>
        <p:txBody>
          <a:bodyPr anchorCtr="0" anchor="t" bIns="91425" lIns="91425" spcFirstLastPara="1" rIns="91425" wrap="square" tIns="91425">
            <a:spAutoFit/>
          </a:bodyPr>
          <a:lstStyle/>
          <a:p>
            <a:pPr indent="-330200" lvl="0" marL="457200" rtl="0" algn="just">
              <a:lnSpc>
                <a:spcPct val="150000"/>
              </a:lnSpc>
              <a:spcBef>
                <a:spcPts val="0"/>
              </a:spcBef>
              <a:spcAft>
                <a:spcPts val="0"/>
              </a:spcAft>
              <a:buClr>
                <a:srgbClr val="000000"/>
              </a:buClr>
              <a:buSzPts val="1600"/>
              <a:buFont typeface="Calibri"/>
              <a:buChar char="●"/>
            </a:pPr>
            <a:r>
              <a:rPr lang="en-IN" sz="1600">
                <a:solidFill>
                  <a:schemeClr val="dk1"/>
                </a:solidFill>
                <a:latin typeface="Times New Roman"/>
                <a:ea typeface="Times New Roman"/>
                <a:cs typeface="Times New Roman"/>
                <a:sym typeface="Times New Roman"/>
              </a:rPr>
              <a:t>Build an IoT system to monitor Air Quality:</a:t>
            </a:r>
            <a:endParaRPr sz="1600">
              <a:solidFill>
                <a:schemeClr val="dk1"/>
              </a:solidFill>
              <a:latin typeface="Times New Roman"/>
              <a:ea typeface="Times New Roman"/>
              <a:cs typeface="Times New Roman"/>
              <a:sym typeface="Times New Roman"/>
            </a:endParaRPr>
          </a:p>
          <a:p>
            <a:pPr indent="-330200" lvl="1" marL="914400" rtl="0" algn="just">
              <a:lnSpc>
                <a:spcPct val="150000"/>
              </a:lnSpc>
              <a:spcBef>
                <a:spcPts val="0"/>
              </a:spcBef>
              <a:spcAft>
                <a:spcPts val="0"/>
              </a:spcAft>
              <a:buClr>
                <a:srgbClr val="000000"/>
              </a:buClr>
              <a:buSzPts val="1600"/>
              <a:buFont typeface="Calibri"/>
              <a:buChar char="○"/>
            </a:pPr>
            <a:r>
              <a:rPr lang="en-IN" sz="1600">
                <a:solidFill>
                  <a:schemeClr val="dk1"/>
                </a:solidFill>
                <a:latin typeface="Times New Roman"/>
                <a:ea typeface="Times New Roman"/>
                <a:cs typeface="Times New Roman"/>
                <a:sym typeface="Times New Roman"/>
              </a:rPr>
              <a:t>a) Monitor Concentrations of  different air pollutants</a:t>
            </a:r>
            <a:endParaRPr sz="1600">
              <a:solidFill>
                <a:schemeClr val="dk1"/>
              </a:solidFill>
              <a:latin typeface="Times New Roman"/>
              <a:ea typeface="Times New Roman"/>
              <a:cs typeface="Times New Roman"/>
              <a:sym typeface="Times New Roman"/>
            </a:endParaRPr>
          </a:p>
          <a:p>
            <a:pPr indent="-330200" lvl="1" marL="914400" rtl="0" algn="just">
              <a:lnSpc>
                <a:spcPct val="150000"/>
              </a:lnSpc>
              <a:spcBef>
                <a:spcPts val="0"/>
              </a:spcBef>
              <a:spcAft>
                <a:spcPts val="0"/>
              </a:spcAft>
              <a:buClr>
                <a:srgbClr val="000000"/>
              </a:buClr>
              <a:buSzPts val="1600"/>
              <a:buFont typeface="Calibri"/>
              <a:buChar char="○"/>
            </a:pPr>
            <a:r>
              <a:rPr lang="en-IN" sz="1600">
                <a:solidFill>
                  <a:schemeClr val="dk1"/>
                </a:solidFill>
                <a:latin typeface="Times New Roman"/>
                <a:ea typeface="Times New Roman"/>
                <a:cs typeface="Times New Roman"/>
                <a:sym typeface="Times New Roman"/>
              </a:rPr>
              <a:t>b) Measure AQI</a:t>
            </a:r>
            <a:endParaRPr sz="1600">
              <a:solidFill>
                <a:schemeClr val="dk1"/>
              </a:solidFill>
              <a:latin typeface="Times New Roman"/>
              <a:ea typeface="Times New Roman"/>
              <a:cs typeface="Times New Roman"/>
              <a:sym typeface="Times New Roman"/>
            </a:endParaRPr>
          </a:p>
          <a:p>
            <a:pPr indent="-330200" lvl="0" marL="457200" rtl="0" algn="just">
              <a:lnSpc>
                <a:spcPct val="150000"/>
              </a:lnSpc>
              <a:spcBef>
                <a:spcPts val="0"/>
              </a:spcBef>
              <a:spcAft>
                <a:spcPts val="0"/>
              </a:spcAft>
              <a:buClr>
                <a:srgbClr val="000000"/>
              </a:buClr>
              <a:buSzPts val="1600"/>
              <a:buFont typeface="Calibri"/>
              <a:buChar char="●"/>
            </a:pPr>
            <a:r>
              <a:rPr lang="en-IN" sz="1600">
                <a:solidFill>
                  <a:schemeClr val="dk1"/>
                </a:solidFill>
                <a:latin typeface="Times New Roman"/>
                <a:ea typeface="Times New Roman"/>
                <a:cs typeface="Times New Roman"/>
                <a:sym typeface="Times New Roman"/>
              </a:rPr>
              <a:t>Build a model to predict the Air Quality in the near future, using the output of the IoT system as input.</a:t>
            </a:r>
            <a:endParaRPr sz="1600">
              <a:solidFill>
                <a:schemeClr val="dk1"/>
              </a:solidFill>
              <a:latin typeface="Times New Roman"/>
              <a:ea typeface="Times New Roman"/>
              <a:cs typeface="Times New Roman"/>
              <a:sym typeface="Times New Roman"/>
            </a:endParaRPr>
          </a:p>
          <a:p>
            <a:pPr indent="-330200" lvl="0" marL="457200" rtl="0" algn="just">
              <a:lnSpc>
                <a:spcPct val="150000"/>
              </a:lnSpc>
              <a:spcBef>
                <a:spcPts val="0"/>
              </a:spcBef>
              <a:spcAft>
                <a:spcPts val="0"/>
              </a:spcAft>
              <a:buClr>
                <a:srgbClr val="000000"/>
              </a:buClr>
              <a:buSzPts val="1600"/>
              <a:buFont typeface="Calibri"/>
              <a:buChar char="●"/>
            </a:pPr>
            <a:r>
              <a:rPr lang="en-IN" sz="1600">
                <a:solidFill>
                  <a:schemeClr val="dk1"/>
                </a:solidFill>
                <a:latin typeface="Times New Roman"/>
                <a:ea typeface="Times New Roman"/>
                <a:cs typeface="Times New Roman"/>
                <a:sym typeface="Times New Roman"/>
              </a:rPr>
              <a:t>Build a web application to display the real time findings.</a:t>
            </a:r>
            <a:endParaRPr sz="1600">
              <a:solidFill>
                <a:schemeClr val="dk1"/>
              </a:solidFill>
              <a:latin typeface="Times New Roman"/>
              <a:ea typeface="Times New Roman"/>
              <a:cs typeface="Times New Roman"/>
              <a:sym typeface="Times New Roman"/>
            </a:endParaRPr>
          </a:p>
          <a:p>
            <a:pPr indent="-330200" lvl="0" marL="457200" rtl="0" algn="just">
              <a:lnSpc>
                <a:spcPct val="150000"/>
              </a:lnSpc>
              <a:spcBef>
                <a:spcPts val="0"/>
              </a:spcBef>
              <a:spcAft>
                <a:spcPts val="0"/>
              </a:spcAft>
              <a:buClr>
                <a:srgbClr val="000000"/>
              </a:buClr>
              <a:buSzPts val="1600"/>
              <a:buFont typeface="Calibri"/>
              <a:buChar char="●"/>
            </a:pPr>
            <a:r>
              <a:rPr lang="en-IN" sz="1600">
                <a:solidFill>
                  <a:schemeClr val="dk1"/>
                </a:solidFill>
                <a:latin typeface="Times New Roman"/>
                <a:ea typeface="Times New Roman"/>
                <a:cs typeface="Times New Roman"/>
                <a:sym typeface="Times New Roman"/>
              </a:rPr>
              <a:t>Provide analytics on the website, such as current AQI and the forecasted AQI levels</a:t>
            </a:r>
            <a:endParaRPr sz="1600">
              <a:solidFill>
                <a:schemeClr val="dk1"/>
              </a:solidFill>
              <a:latin typeface="Times New Roman"/>
              <a:ea typeface="Times New Roman"/>
              <a:cs typeface="Times New Roman"/>
              <a:sym typeface="Times New Roman"/>
            </a:endParaRPr>
          </a:p>
          <a:p>
            <a:pPr indent="-330200" lvl="0" marL="457200" rtl="0" algn="just">
              <a:lnSpc>
                <a:spcPct val="150000"/>
              </a:lnSpc>
              <a:spcBef>
                <a:spcPts val="0"/>
              </a:spcBef>
              <a:spcAft>
                <a:spcPts val="0"/>
              </a:spcAft>
              <a:buClr>
                <a:srgbClr val="000000"/>
              </a:buClr>
              <a:buSzPts val="1600"/>
              <a:buFont typeface="Calibri"/>
              <a:buChar char="●"/>
            </a:pPr>
            <a:r>
              <a:rPr lang="en-IN" sz="1600">
                <a:solidFill>
                  <a:schemeClr val="dk1"/>
                </a:solidFill>
                <a:latin typeface="Times New Roman"/>
                <a:ea typeface="Times New Roman"/>
                <a:cs typeface="Times New Roman"/>
                <a:sym typeface="Times New Roman"/>
              </a:rPr>
              <a:t>Provide measures to improve Air Quality.</a:t>
            </a:r>
            <a:endParaRPr sz="1600">
              <a:solidFill>
                <a:schemeClr val="dk1"/>
              </a:solidFill>
              <a:latin typeface="Times New Roman"/>
              <a:ea typeface="Times New Roman"/>
              <a:cs typeface="Times New Roman"/>
              <a:sym typeface="Times New Roman"/>
            </a:endParaRPr>
          </a:p>
          <a:p>
            <a:pPr indent="-330200" lvl="0" marL="457200" rtl="0" algn="just">
              <a:lnSpc>
                <a:spcPct val="150000"/>
              </a:lnSpc>
              <a:spcBef>
                <a:spcPts val="0"/>
              </a:spcBef>
              <a:spcAft>
                <a:spcPts val="0"/>
              </a:spcAft>
              <a:buClr>
                <a:srgbClr val="000000"/>
              </a:buClr>
              <a:buSzPts val="1600"/>
              <a:buFont typeface="Calibri"/>
              <a:buChar char="●"/>
            </a:pPr>
            <a:r>
              <a:rPr lang="en-IN" sz="1600">
                <a:solidFill>
                  <a:schemeClr val="dk1"/>
                </a:solidFill>
                <a:latin typeface="Times New Roman"/>
                <a:ea typeface="Times New Roman"/>
                <a:cs typeface="Times New Roman"/>
                <a:sym typeface="Times New Roman"/>
              </a:rPr>
              <a:t>Provide precautionary measures</a:t>
            </a:r>
            <a:r>
              <a:rPr lang="en-IN" sz="1600">
                <a:solidFill>
                  <a:srgbClr val="000000"/>
                </a:solidFill>
                <a:latin typeface="Calibri"/>
                <a:ea typeface="Calibri"/>
                <a:cs typeface="Calibri"/>
                <a:sym typeface="Calibri"/>
              </a:rPr>
              <a:t>.</a:t>
            </a:r>
            <a:endParaRPr sz="1600">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g23b9bd19d96_0_131"/>
          <p:cNvSpPr txBox="1"/>
          <p:nvPr>
            <p:ph idx="1" type="body"/>
          </p:nvPr>
        </p:nvSpPr>
        <p:spPr>
          <a:xfrm>
            <a:off x="1733106" y="180264"/>
            <a:ext cx="8525700" cy="882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1581AA"/>
              </a:buClr>
              <a:buSzPts val="2800"/>
              <a:buNone/>
            </a:pPr>
            <a:r>
              <a:rPr lang="en-IN" sz="3600">
                <a:solidFill>
                  <a:schemeClr val="dk2"/>
                </a:solidFill>
                <a:latin typeface="Libre Franklin"/>
                <a:ea typeface="Libre Franklin"/>
                <a:cs typeface="Libre Franklin"/>
                <a:sym typeface="Libre Franklin"/>
              </a:rPr>
              <a:t>Existing</a:t>
            </a:r>
            <a:r>
              <a:rPr b="1" lang="en-IN" sz="2800">
                <a:solidFill>
                  <a:srgbClr val="1581AA"/>
                </a:solidFill>
                <a:latin typeface="Calibri"/>
                <a:ea typeface="Calibri"/>
                <a:cs typeface="Calibri"/>
                <a:sym typeface="Calibri"/>
              </a:rPr>
              <a:t> </a:t>
            </a:r>
            <a:r>
              <a:rPr lang="en-IN" sz="3600">
                <a:solidFill>
                  <a:schemeClr val="dk2"/>
                </a:solidFill>
                <a:latin typeface="Libre Franklin"/>
                <a:ea typeface="Libre Franklin"/>
                <a:cs typeface="Libre Franklin"/>
                <a:sym typeface="Libre Franklin"/>
              </a:rPr>
              <a:t>System</a:t>
            </a:r>
            <a:endParaRPr sz="3600">
              <a:solidFill>
                <a:schemeClr val="dk2"/>
              </a:solidFill>
              <a:latin typeface="Libre Franklin"/>
              <a:ea typeface="Libre Franklin"/>
              <a:cs typeface="Libre Franklin"/>
              <a:sym typeface="Libre Franklin"/>
            </a:endParaRPr>
          </a:p>
        </p:txBody>
      </p:sp>
      <p:sp>
        <p:nvSpPr>
          <p:cNvPr id="129" name="Google Shape;129;g23b9bd19d96_0_131"/>
          <p:cNvSpPr txBox="1"/>
          <p:nvPr>
            <p:ph idx="3" type="body"/>
          </p:nvPr>
        </p:nvSpPr>
        <p:spPr>
          <a:xfrm>
            <a:off x="604533" y="1062575"/>
            <a:ext cx="11105100" cy="49596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0"/>
              </a:spcAft>
              <a:buSzPts val="1400"/>
              <a:buNone/>
            </a:pPr>
            <a:r>
              <a:rPr lang="en-IN" sz="1600">
                <a:latin typeface="Times New Roman"/>
                <a:ea typeface="Times New Roman"/>
                <a:cs typeface="Times New Roman"/>
                <a:sym typeface="Times New Roman"/>
              </a:rPr>
              <a:t>Many AQI monitoring systems exist in the market. Many stations are present in Bangalore itself. </a:t>
            </a:r>
            <a:endParaRPr sz="1600">
              <a:latin typeface="Times New Roman"/>
              <a:ea typeface="Times New Roman"/>
              <a:cs typeface="Times New Roman"/>
              <a:sym typeface="Times New Roman"/>
            </a:endParaRPr>
          </a:p>
          <a:p>
            <a:pPr indent="0" lvl="0" marL="0" rtl="0" algn="just">
              <a:lnSpc>
                <a:spcPct val="150000"/>
              </a:lnSpc>
              <a:spcBef>
                <a:spcPts val="600"/>
              </a:spcBef>
              <a:spcAft>
                <a:spcPts val="0"/>
              </a:spcAft>
              <a:buSzPts val="1400"/>
              <a:buNone/>
            </a:pPr>
            <a:r>
              <a:rPr lang="en-IN" sz="1600">
                <a:latin typeface="Times New Roman"/>
                <a:ea typeface="Times New Roman"/>
                <a:cs typeface="Times New Roman"/>
                <a:sym typeface="Times New Roman"/>
              </a:rPr>
              <a:t>However, there are a very few websites that make use of the abundantly available data to forecast the future AQI. Those that do predict the AQI for Bengaluru as a whole. Here’s the problem with that approach: </a:t>
            </a:r>
            <a:endParaRPr sz="1600">
              <a:latin typeface="Times New Roman"/>
              <a:ea typeface="Times New Roman"/>
              <a:cs typeface="Times New Roman"/>
              <a:sym typeface="Times New Roman"/>
            </a:endParaRPr>
          </a:p>
          <a:p>
            <a:pPr indent="0" lvl="0" marL="0" rtl="0" algn="just">
              <a:lnSpc>
                <a:spcPct val="150000"/>
              </a:lnSpc>
              <a:spcBef>
                <a:spcPts val="600"/>
              </a:spcBef>
              <a:spcAft>
                <a:spcPts val="0"/>
              </a:spcAft>
              <a:buSzPts val="1400"/>
              <a:buNone/>
            </a:pPr>
            <a:r>
              <a:t/>
            </a:r>
            <a:endParaRPr sz="1600">
              <a:latin typeface="Times New Roman"/>
              <a:ea typeface="Times New Roman"/>
              <a:cs typeface="Times New Roman"/>
              <a:sym typeface="Times New Roman"/>
            </a:endParaRPr>
          </a:p>
          <a:p>
            <a:pPr indent="0" lvl="0" marL="0" rtl="0" algn="just">
              <a:lnSpc>
                <a:spcPct val="150000"/>
              </a:lnSpc>
              <a:spcBef>
                <a:spcPts val="600"/>
              </a:spcBef>
              <a:spcAft>
                <a:spcPts val="0"/>
              </a:spcAft>
              <a:buSzPts val="1400"/>
              <a:buNone/>
            </a:pPr>
            <a:r>
              <a:t/>
            </a:r>
            <a:endParaRPr sz="1600">
              <a:latin typeface="Times New Roman"/>
              <a:ea typeface="Times New Roman"/>
              <a:cs typeface="Times New Roman"/>
              <a:sym typeface="Times New Roman"/>
            </a:endParaRPr>
          </a:p>
          <a:p>
            <a:pPr indent="0" lvl="0" marL="0" rtl="0" algn="just">
              <a:lnSpc>
                <a:spcPct val="150000"/>
              </a:lnSpc>
              <a:spcBef>
                <a:spcPts val="600"/>
              </a:spcBef>
              <a:spcAft>
                <a:spcPts val="0"/>
              </a:spcAft>
              <a:buSzPts val="1400"/>
              <a:buNone/>
            </a:pPr>
            <a:r>
              <a:t/>
            </a:r>
            <a:endParaRPr sz="1600">
              <a:latin typeface="Times New Roman"/>
              <a:ea typeface="Times New Roman"/>
              <a:cs typeface="Times New Roman"/>
              <a:sym typeface="Times New Roman"/>
            </a:endParaRPr>
          </a:p>
          <a:p>
            <a:pPr indent="0" lvl="0" marL="0" rtl="0" algn="just">
              <a:lnSpc>
                <a:spcPct val="150000"/>
              </a:lnSpc>
              <a:spcBef>
                <a:spcPts val="600"/>
              </a:spcBef>
              <a:spcAft>
                <a:spcPts val="0"/>
              </a:spcAft>
              <a:buSzPts val="1400"/>
              <a:buNone/>
            </a:pPr>
            <a:r>
              <a:t/>
            </a:r>
            <a:endParaRPr sz="1600">
              <a:latin typeface="Times New Roman"/>
              <a:ea typeface="Times New Roman"/>
              <a:cs typeface="Times New Roman"/>
              <a:sym typeface="Times New Roman"/>
            </a:endParaRPr>
          </a:p>
          <a:p>
            <a:pPr indent="0" lvl="0" marL="0" rtl="0" algn="just">
              <a:lnSpc>
                <a:spcPct val="150000"/>
              </a:lnSpc>
              <a:spcBef>
                <a:spcPts val="600"/>
              </a:spcBef>
              <a:spcAft>
                <a:spcPts val="0"/>
              </a:spcAft>
              <a:buSzPts val="1400"/>
              <a:buNone/>
            </a:pPr>
            <a:r>
              <a:t/>
            </a:r>
            <a:endParaRPr sz="1600">
              <a:latin typeface="Times New Roman"/>
              <a:ea typeface="Times New Roman"/>
              <a:cs typeface="Times New Roman"/>
              <a:sym typeface="Times New Roman"/>
            </a:endParaRPr>
          </a:p>
          <a:p>
            <a:pPr indent="0" lvl="0" marL="0" rtl="0" algn="just">
              <a:lnSpc>
                <a:spcPct val="150000"/>
              </a:lnSpc>
              <a:spcBef>
                <a:spcPts val="600"/>
              </a:spcBef>
              <a:spcAft>
                <a:spcPts val="0"/>
              </a:spcAft>
              <a:buSzPts val="1400"/>
              <a:buNone/>
            </a:pPr>
            <a:r>
              <a:t/>
            </a:r>
            <a:endParaRPr sz="1600">
              <a:latin typeface="Times New Roman"/>
              <a:ea typeface="Times New Roman"/>
              <a:cs typeface="Times New Roman"/>
              <a:sym typeface="Times New Roman"/>
            </a:endParaRPr>
          </a:p>
          <a:p>
            <a:pPr indent="0" lvl="0" marL="0" rtl="0" algn="just">
              <a:lnSpc>
                <a:spcPct val="150000"/>
              </a:lnSpc>
              <a:spcBef>
                <a:spcPts val="600"/>
              </a:spcBef>
              <a:spcAft>
                <a:spcPts val="600"/>
              </a:spcAft>
              <a:buSzPts val="1400"/>
              <a:buNone/>
            </a:pPr>
            <a:r>
              <a:rPr lang="en-IN" sz="1600">
                <a:latin typeface="Times New Roman"/>
                <a:ea typeface="Times New Roman"/>
                <a:cs typeface="Times New Roman"/>
                <a:sym typeface="Times New Roman"/>
              </a:rPr>
              <a:t>Interestingly, during our research, we found out that the existing forecasts are pure timeseries based forecasts, without taking into account the external factors.</a:t>
            </a:r>
            <a:endParaRPr sz="1600">
              <a:latin typeface="Times New Roman"/>
              <a:ea typeface="Times New Roman"/>
              <a:cs typeface="Times New Roman"/>
              <a:sym typeface="Times New Roman"/>
            </a:endParaRPr>
          </a:p>
        </p:txBody>
      </p:sp>
      <p:sp>
        <p:nvSpPr>
          <p:cNvPr id="130" name="Google Shape;130;g23b9bd19d96_0_131"/>
          <p:cNvSpPr txBox="1"/>
          <p:nvPr>
            <p:ph idx="12" type="sldNum"/>
          </p:nvPr>
        </p:nvSpPr>
        <p:spPr>
          <a:xfrm>
            <a:off x="908756" y="6417733"/>
            <a:ext cx="1041600" cy="364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EFFFF"/>
              </a:buClr>
              <a:buSzPts val="2000"/>
              <a:buFont typeface="Century Gothic"/>
              <a:buNone/>
            </a:pPr>
            <a:r>
              <a:rPr lang="en-IN"/>
              <a:t>1</a:t>
            </a:r>
            <a:endParaRPr b="0" i="0" sz="1400">
              <a:solidFill>
                <a:srgbClr val="000000"/>
              </a:solidFill>
              <a:latin typeface="Arial"/>
              <a:ea typeface="Arial"/>
              <a:cs typeface="Arial"/>
              <a:sym typeface="Arial"/>
            </a:endParaRPr>
          </a:p>
        </p:txBody>
      </p:sp>
      <p:pic>
        <p:nvPicPr>
          <p:cNvPr id="131" name="Google Shape;131;g23b9bd19d96_0_131"/>
          <p:cNvPicPr preferRelativeResize="0"/>
          <p:nvPr/>
        </p:nvPicPr>
        <p:blipFill>
          <a:blip r:embed="rId3">
            <a:alphaModFix/>
          </a:blip>
          <a:stretch>
            <a:fillRect/>
          </a:stretch>
        </p:blipFill>
        <p:spPr>
          <a:xfrm>
            <a:off x="1061748" y="2651200"/>
            <a:ext cx="7401250" cy="204878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g23b9bd19d96_0_140"/>
          <p:cNvSpPr txBox="1"/>
          <p:nvPr>
            <p:ph idx="1" type="body"/>
          </p:nvPr>
        </p:nvSpPr>
        <p:spPr>
          <a:xfrm>
            <a:off x="990597" y="78872"/>
            <a:ext cx="10050900" cy="882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1581AA"/>
              </a:buClr>
              <a:buSzPts val="2800"/>
              <a:buNone/>
            </a:pPr>
            <a:r>
              <a:rPr lang="en-IN" sz="3600">
                <a:solidFill>
                  <a:schemeClr val="dk2"/>
                </a:solidFill>
                <a:latin typeface="Libre Franklin"/>
                <a:ea typeface="Libre Franklin"/>
                <a:cs typeface="Libre Franklin"/>
                <a:sym typeface="Libre Franklin"/>
              </a:rPr>
              <a:t>Proposed System</a:t>
            </a:r>
            <a:endParaRPr sz="3600">
              <a:solidFill>
                <a:schemeClr val="dk2"/>
              </a:solidFill>
              <a:latin typeface="Libre Franklin"/>
              <a:ea typeface="Libre Franklin"/>
              <a:cs typeface="Libre Franklin"/>
              <a:sym typeface="Libre Franklin"/>
            </a:endParaRPr>
          </a:p>
        </p:txBody>
      </p:sp>
      <p:sp>
        <p:nvSpPr>
          <p:cNvPr id="137" name="Google Shape;137;g23b9bd19d96_0_140"/>
          <p:cNvSpPr txBox="1"/>
          <p:nvPr>
            <p:ph idx="12" type="sldNum"/>
          </p:nvPr>
        </p:nvSpPr>
        <p:spPr>
          <a:xfrm>
            <a:off x="908756" y="6417733"/>
            <a:ext cx="1041600" cy="364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EFFFF"/>
              </a:buClr>
              <a:buSzPts val="2000"/>
              <a:buFont typeface="Century Gothic"/>
              <a:buNone/>
            </a:pPr>
            <a:r>
              <a:rPr lang="en-IN"/>
              <a:t>1</a:t>
            </a:r>
            <a:endParaRPr b="0" i="0" sz="1400">
              <a:solidFill>
                <a:srgbClr val="000000"/>
              </a:solidFill>
              <a:latin typeface="Arial"/>
              <a:ea typeface="Arial"/>
              <a:cs typeface="Arial"/>
              <a:sym typeface="Arial"/>
            </a:endParaRPr>
          </a:p>
        </p:txBody>
      </p:sp>
      <p:sp>
        <p:nvSpPr>
          <p:cNvPr id="138" name="Google Shape;138;g23b9bd19d96_0_140"/>
          <p:cNvSpPr txBox="1"/>
          <p:nvPr/>
        </p:nvSpPr>
        <p:spPr>
          <a:xfrm>
            <a:off x="990600" y="961200"/>
            <a:ext cx="10681500" cy="5175000"/>
          </a:xfrm>
          <a:prstGeom prst="rect">
            <a:avLst/>
          </a:prstGeom>
          <a:noFill/>
          <a:ln>
            <a:noFill/>
          </a:ln>
        </p:spPr>
        <p:txBody>
          <a:bodyPr anchorCtr="0" anchor="t" bIns="91425" lIns="91425" spcFirstLastPara="1" rIns="91425" wrap="square" tIns="91425">
            <a:noAutofit/>
          </a:bodyPr>
          <a:lstStyle/>
          <a:p>
            <a:pPr indent="-317500" lvl="0" marL="457200" rtl="0" algn="just">
              <a:lnSpc>
                <a:spcPct val="150000"/>
              </a:lnSpc>
              <a:spcBef>
                <a:spcPts val="0"/>
              </a:spcBef>
              <a:spcAft>
                <a:spcPts val="0"/>
              </a:spcAft>
              <a:buSzPts val="1400"/>
              <a:buFont typeface="Times New Roman"/>
              <a:buChar char="●"/>
            </a:pPr>
            <a:r>
              <a:rPr lang="en-IN">
                <a:solidFill>
                  <a:srgbClr val="000000"/>
                </a:solidFill>
                <a:latin typeface="Times New Roman"/>
                <a:ea typeface="Times New Roman"/>
                <a:cs typeface="Times New Roman"/>
                <a:sym typeface="Times New Roman"/>
              </a:rPr>
              <a:t>We propose to build an IoT device using Arduino Uno and several sensors to detect pollutants such as Particulate Matter, Ozone, Carbon Monoxide, etc. Using hourly values of these sensors, we will calculate the sub indices of each pollutant and hence the AQI. AQI will be calculated per day.</a:t>
            </a:r>
            <a:endParaRPr>
              <a:solidFill>
                <a:srgbClr val="000000"/>
              </a:solidFill>
              <a:latin typeface="Times New Roman"/>
              <a:ea typeface="Times New Roman"/>
              <a:cs typeface="Times New Roman"/>
              <a:sym typeface="Times New Roman"/>
            </a:endParaRPr>
          </a:p>
          <a:p>
            <a:pPr indent="-317500" lvl="0" marL="457200" rtl="0" algn="just">
              <a:lnSpc>
                <a:spcPct val="150000"/>
              </a:lnSpc>
              <a:spcBef>
                <a:spcPts val="1000"/>
              </a:spcBef>
              <a:spcAft>
                <a:spcPts val="0"/>
              </a:spcAft>
              <a:buSzPts val="1400"/>
              <a:buFont typeface="Times New Roman"/>
              <a:buChar char="●"/>
            </a:pPr>
            <a:r>
              <a:rPr lang="en-IN">
                <a:solidFill>
                  <a:srgbClr val="000000"/>
                </a:solidFill>
                <a:latin typeface="Times New Roman"/>
                <a:ea typeface="Times New Roman"/>
                <a:cs typeface="Times New Roman"/>
                <a:sym typeface="Times New Roman"/>
              </a:rPr>
              <a:t>Using the </a:t>
            </a:r>
            <a:r>
              <a:rPr lang="en-IN">
                <a:latin typeface="Times New Roman"/>
                <a:ea typeface="Times New Roman"/>
                <a:cs typeface="Times New Roman"/>
                <a:sym typeface="Times New Roman"/>
              </a:rPr>
              <a:t>AQI data collected from the open source database of CPCB and the IoT device, </a:t>
            </a:r>
            <a:r>
              <a:rPr lang="en-IN">
                <a:solidFill>
                  <a:srgbClr val="000000"/>
                </a:solidFill>
                <a:latin typeface="Times New Roman"/>
                <a:ea typeface="Times New Roman"/>
                <a:cs typeface="Times New Roman"/>
                <a:sym typeface="Times New Roman"/>
              </a:rPr>
              <a:t> we aim to build a Machine Learning model to forecast the AQI for the coming few days in Jayanagar region. </a:t>
            </a:r>
            <a:endParaRPr>
              <a:solidFill>
                <a:srgbClr val="000000"/>
              </a:solidFill>
              <a:latin typeface="Times New Roman"/>
              <a:ea typeface="Times New Roman"/>
              <a:cs typeface="Times New Roman"/>
              <a:sym typeface="Times New Roman"/>
            </a:endParaRPr>
          </a:p>
          <a:p>
            <a:pPr indent="-317500" lvl="0" marL="457200" rtl="0" algn="just">
              <a:lnSpc>
                <a:spcPct val="150000"/>
              </a:lnSpc>
              <a:spcBef>
                <a:spcPts val="1000"/>
              </a:spcBef>
              <a:spcAft>
                <a:spcPts val="0"/>
              </a:spcAft>
              <a:buSzPts val="1400"/>
              <a:buFont typeface="Times New Roman"/>
              <a:buChar char="●"/>
            </a:pPr>
            <a:r>
              <a:rPr lang="en-IN">
                <a:solidFill>
                  <a:srgbClr val="000000"/>
                </a:solidFill>
                <a:latin typeface="Times New Roman"/>
                <a:ea typeface="Times New Roman"/>
                <a:cs typeface="Times New Roman"/>
                <a:sym typeface="Times New Roman"/>
              </a:rPr>
              <a:t>Why only this region? Because the AQI at any given time varies all over Bangalore. Hence, if we can model one area accurately, repeating the same for all other areas should be easy.</a:t>
            </a:r>
            <a:endParaRPr>
              <a:solidFill>
                <a:srgbClr val="000000"/>
              </a:solidFill>
              <a:latin typeface="Times New Roman"/>
              <a:ea typeface="Times New Roman"/>
              <a:cs typeface="Times New Roman"/>
              <a:sym typeface="Times New Roman"/>
            </a:endParaRPr>
          </a:p>
          <a:p>
            <a:pPr indent="-317500" lvl="0" marL="457200" rtl="0" algn="just">
              <a:lnSpc>
                <a:spcPct val="150000"/>
              </a:lnSpc>
              <a:spcBef>
                <a:spcPts val="1000"/>
              </a:spcBef>
              <a:spcAft>
                <a:spcPts val="0"/>
              </a:spcAft>
              <a:buSzPts val="1400"/>
              <a:buFont typeface="Times New Roman"/>
              <a:buChar char="●"/>
            </a:pPr>
            <a:r>
              <a:rPr lang="en-IN">
                <a:latin typeface="Times New Roman"/>
                <a:ea typeface="Times New Roman"/>
                <a:cs typeface="Times New Roman"/>
                <a:sym typeface="Times New Roman"/>
              </a:rPr>
              <a:t>We have built a website that displays:</a:t>
            </a:r>
            <a:endParaRPr>
              <a:latin typeface="Times New Roman"/>
              <a:ea typeface="Times New Roman"/>
              <a:cs typeface="Times New Roman"/>
              <a:sym typeface="Times New Roman"/>
            </a:endParaRPr>
          </a:p>
          <a:p>
            <a:pPr indent="-342900" lvl="1" marL="914400" rtl="0" algn="just">
              <a:lnSpc>
                <a:spcPct val="150000"/>
              </a:lnSpc>
              <a:spcBef>
                <a:spcPts val="1000"/>
              </a:spcBef>
              <a:spcAft>
                <a:spcPts val="0"/>
              </a:spcAft>
              <a:buSzPts val="1800"/>
              <a:buFont typeface="Times New Roman"/>
              <a:buChar char="○"/>
            </a:pPr>
            <a:r>
              <a:rPr lang="en-IN">
                <a:latin typeface="Times New Roman"/>
                <a:ea typeface="Times New Roman"/>
                <a:cs typeface="Times New Roman"/>
                <a:sym typeface="Times New Roman"/>
              </a:rPr>
              <a:t>Current AQI</a:t>
            </a:r>
            <a:endParaRPr>
              <a:latin typeface="Times New Roman"/>
              <a:ea typeface="Times New Roman"/>
              <a:cs typeface="Times New Roman"/>
              <a:sym typeface="Times New Roman"/>
            </a:endParaRPr>
          </a:p>
          <a:p>
            <a:pPr indent="-342900" lvl="1" marL="914400" rtl="0" algn="just">
              <a:lnSpc>
                <a:spcPct val="150000"/>
              </a:lnSpc>
              <a:spcBef>
                <a:spcPts val="1000"/>
              </a:spcBef>
              <a:spcAft>
                <a:spcPts val="0"/>
              </a:spcAft>
              <a:buSzPts val="1800"/>
              <a:buFont typeface="Times New Roman"/>
              <a:buChar char="○"/>
            </a:pPr>
            <a:r>
              <a:rPr lang="en-IN">
                <a:latin typeface="Times New Roman"/>
                <a:ea typeface="Times New Roman"/>
                <a:cs typeface="Times New Roman"/>
                <a:sym typeface="Times New Roman"/>
              </a:rPr>
              <a:t>Forecasted AQI for the next 5 days</a:t>
            </a:r>
            <a:endParaRPr>
              <a:latin typeface="Times New Roman"/>
              <a:ea typeface="Times New Roman"/>
              <a:cs typeface="Times New Roman"/>
              <a:sym typeface="Times New Roman"/>
            </a:endParaRPr>
          </a:p>
          <a:p>
            <a:pPr indent="-342900" lvl="1" marL="914400" rtl="0" algn="just">
              <a:lnSpc>
                <a:spcPct val="150000"/>
              </a:lnSpc>
              <a:spcBef>
                <a:spcPts val="1000"/>
              </a:spcBef>
              <a:spcAft>
                <a:spcPts val="0"/>
              </a:spcAft>
              <a:buSzPts val="1800"/>
              <a:buFont typeface="Times New Roman"/>
              <a:buChar char="○"/>
            </a:pPr>
            <a:r>
              <a:rPr lang="en-IN">
                <a:latin typeface="Times New Roman"/>
                <a:ea typeface="Times New Roman"/>
                <a:cs typeface="Times New Roman"/>
                <a:sym typeface="Times New Roman"/>
              </a:rPr>
              <a:t>Control Measures and Precautionary Measures</a:t>
            </a:r>
            <a:endParaRPr>
              <a:latin typeface="Times New Roman"/>
              <a:ea typeface="Times New Roman"/>
              <a:cs typeface="Times New Roman"/>
              <a:sym typeface="Times New Roman"/>
            </a:endParaRPr>
          </a:p>
          <a:p>
            <a:pPr indent="0" lvl="0" marL="457200" rtl="0" algn="just">
              <a:lnSpc>
                <a:spcPct val="150000"/>
              </a:lnSpc>
              <a:spcBef>
                <a:spcPts val="1000"/>
              </a:spcBef>
              <a:spcAft>
                <a:spcPts val="1000"/>
              </a:spcAft>
              <a:buNone/>
            </a:pPr>
            <a:r>
              <a:t/>
            </a:r>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23b9bd19d96_0_253"/>
          <p:cNvSpPr txBox="1"/>
          <p:nvPr>
            <p:ph idx="1" type="body"/>
          </p:nvPr>
        </p:nvSpPr>
        <p:spPr>
          <a:xfrm>
            <a:off x="918164" y="476672"/>
            <a:ext cx="10050900" cy="882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1581AA"/>
              </a:buClr>
              <a:buSzPts val="2800"/>
              <a:buNone/>
            </a:pPr>
            <a:r>
              <a:rPr lang="en-IN" sz="3600">
                <a:solidFill>
                  <a:schemeClr val="dk2"/>
                </a:solidFill>
                <a:latin typeface="Libre Franklin"/>
                <a:ea typeface="Libre Franklin"/>
                <a:cs typeface="Libre Franklin"/>
                <a:sym typeface="Libre Franklin"/>
              </a:rPr>
              <a:t>SYSTEM DESIGN</a:t>
            </a:r>
            <a:endParaRPr sz="3600">
              <a:solidFill>
                <a:schemeClr val="dk2"/>
              </a:solidFill>
              <a:latin typeface="Libre Franklin"/>
              <a:ea typeface="Libre Franklin"/>
              <a:cs typeface="Libre Franklin"/>
              <a:sym typeface="Libre Franklin"/>
            </a:endParaRPr>
          </a:p>
        </p:txBody>
      </p:sp>
      <p:sp>
        <p:nvSpPr>
          <p:cNvPr id="144" name="Google Shape;144;g23b9bd19d96_0_253"/>
          <p:cNvSpPr txBox="1"/>
          <p:nvPr>
            <p:ph idx="3" type="body"/>
          </p:nvPr>
        </p:nvSpPr>
        <p:spPr>
          <a:xfrm>
            <a:off x="1222924" y="1484784"/>
            <a:ext cx="9746100" cy="34989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IN" sz="1800" u="sng">
                <a:solidFill>
                  <a:srgbClr val="000000"/>
                </a:solidFill>
                <a:latin typeface="Times New Roman"/>
                <a:ea typeface="Times New Roman"/>
                <a:cs typeface="Times New Roman"/>
                <a:sym typeface="Times New Roman"/>
              </a:rPr>
              <a:t>System Architecture</a:t>
            </a:r>
            <a:endParaRPr sz="1400">
              <a:solidFill>
                <a:srgbClr val="000000"/>
              </a:solidFill>
            </a:endParaRPr>
          </a:p>
          <a:p>
            <a:pPr indent="0" lvl="0" marL="228600" rtl="0" algn="l">
              <a:lnSpc>
                <a:spcPct val="100000"/>
              </a:lnSpc>
              <a:spcBef>
                <a:spcPts val="1000"/>
              </a:spcBef>
              <a:spcAft>
                <a:spcPts val="0"/>
              </a:spcAft>
              <a:buClr>
                <a:srgbClr val="000000"/>
              </a:buClr>
              <a:buSzPts val="1400"/>
              <a:buFont typeface="Arial"/>
              <a:buNone/>
            </a:pPr>
            <a:r>
              <a:t/>
            </a:r>
            <a:endParaRPr>
              <a:latin typeface="Times New Roman"/>
              <a:ea typeface="Times New Roman"/>
              <a:cs typeface="Times New Roman"/>
              <a:sym typeface="Times New Roman"/>
            </a:endParaRPr>
          </a:p>
        </p:txBody>
      </p:sp>
      <p:sp>
        <p:nvSpPr>
          <p:cNvPr id="145" name="Google Shape;145;g23b9bd19d96_0_253"/>
          <p:cNvSpPr txBox="1"/>
          <p:nvPr>
            <p:ph idx="12" type="sldNum"/>
          </p:nvPr>
        </p:nvSpPr>
        <p:spPr>
          <a:xfrm>
            <a:off x="908756" y="6417733"/>
            <a:ext cx="1041600" cy="364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EFFFF"/>
              </a:buClr>
              <a:buSzPts val="2000"/>
              <a:buFont typeface="Century Gothic"/>
              <a:buNone/>
            </a:pPr>
            <a:r>
              <a:rPr lang="en-IN"/>
              <a:t>1</a:t>
            </a:r>
            <a:endParaRPr b="0" i="0" sz="1400">
              <a:solidFill>
                <a:srgbClr val="000000"/>
              </a:solidFill>
              <a:latin typeface="Arial"/>
              <a:ea typeface="Arial"/>
              <a:cs typeface="Arial"/>
              <a:sym typeface="Arial"/>
            </a:endParaRPr>
          </a:p>
        </p:txBody>
      </p:sp>
      <p:pic>
        <p:nvPicPr>
          <p:cNvPr id="146" name="Google Shape;146;g23b9bd19d96_0_253"/>
          <p:cNvPicPr preferRelativeResize="0"/>
          <p:nvPr/>
        </p:nvPicPr>
        <p:blipFill>
          <a:blip r:embed="rId3">
            <a:alphaModFix/>
          </a:blip>
          <a:stretch>
            <a:fillRect/>
          </a:stretch>
        </p:blipFill>
        <p:spPr>
          <a:xfrm>
            <a:off x="3059108" y="1946113"/>
            <a:ext cx="6538652" cy="3657987"/>
          </a:xfrm>
          <a:prstGeom prst="rect">
            <a:avLst/>
          </a:prstGeom>
          <a:noFill/>
          <a:ln cap="flat" cmpd="sng" w="12700">
            <a:solidFill>
              <a:srgbClr val="000000"/>
            </a:solidFill>
            <a:prstDash val="solid"/>
            <a:miter lim="8000"/>
            <a:headEnd len="sm" w="sm" type="none"/>
            <a:tailEnd len="sm" w="sm" type="none"/>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g23b9bd19d96_0_262"/>
          <p:cNvSpPr txBox="1"/>
          <p:nvPr>
            <p:ph idx="12" type="sldNum"/>
          </p:nvPr>
        </p:nvSpPr>
        <p:spPr>
          <a:xfrm>
            <a:off x="908756" y="6417733"/>
            <a:ext cx="1041600" cy="364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EFFFF"/>
              </a:buClr>
              <a:buSzPts val="2000"/>
              <a:buFont typeface="Century Gothic"/>
              <a:buNone/>
            </a:pPr>
            <a:r>
              <a:rPr lang="en-IN"/>
              <a:t>1</a:t>
            </a:r>
            <a:endParaRPr b="0" i="0" sz="1400">
              <a:solidFill>
                <a:srgbClr val="000000"/>
              </a:solidFill>
              <a:latin typeface="Arial"/>
              <a:ea typeface="Arial"/>
              <a:cs typeface="Arial"/>
              <a:sym typeface="Arial"/>
            </a:endParaRPr>
          </a:p>
        </p:txBody>
      </p:sp>
      <p:sp>
        <p:nvSpPr>
          <p:cNvPr id="152" name="Google Shape;152;g23b9bd19d96_0_262"/>
          <p:cNvSpPr txBox="1"/>
          <p:nvPr/>
        </p:nvSpPr>
        <p:spPr>
          <a:xfrm>
            <a:off x="2878772" y="2550250"/>
            <a:ext cx="30195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IN" sz="1800" u="sng">
                <a:solidFill>
                  <a:schemeClr val="dk1"/>
                </a:solidFill>
                <a:latin typeface="Times New Roman"/>
                <a:ea typeface="Times New Roman"/>
                <a:cs typeface="Times New Roman"/>
                <a:sym typeface="Times New Roman"/>
              </a:rPr>
              <a:t>Activity Diagram</a:t>
            </a:r>
            <a:endParaRPr>
              <a:latin typeface="Libre Baskerville"/>
              <a:ea typeface="Libre Baskerville"/>
              <a:cs typeface="Libre Baskerville"/>
              <a:sym typeface="Libre Baskerville"/>
            </a:endParaRPr>
          </a:p>
        </p:txBody>
      </p:sp>
      <p:pic>
        <p:nvPicPr>
          <p:cNvPr id="153" name="Google Shape;153;g23b9bd19d96_0_262"/>
          <p:cNvPicPr preferRelativeResize="0"/>
          <p:nvPr/>
        </p:nvPicPr>
        <p:blipFill>
          <a:blip r:embed="rId3">
            <a:alphaModFix/>
          </a:blip>
          <a:stretch>
            <a:fillRect/>
          </a:stretch>
        </p:blipFill>
        <p:spPr>
          <a:xfrm>
            <a:off x="6505333" y="369500"/>
            <a:ext cx="2706451" cy="583142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23b9bd19d96_0_270"/>
          <p:cNvSpPr txBox="1"/>
          <p:nvPr>
            <p:ph idx="1" type="body"/>
          </p:nvPr>
        </p:nvSpPr>
        <p:spPr>
          <a:xfrm>
            <a:off x="918164" y="322397"/>
            <a:ext cx="10050900" cy="882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1581AA"/>
              </a:buClr>
              <a:buSzPts val="2800"/>
              <a:buNone/>
            </a:pPr>
            <a:r>
              <a:rPr lang="en-IN" sz="3600">
                <a:solidFill>
                  <a:schemeClr val="dk2"/>
                </a:solidFill>
                <a:latin typeface="Libre Franklin"/>
                <a:ea typeface="Libre Franklin"/>
                <a:cs typeface="Libre Franklin"/>
                <a:sym typeface="Libre Franklin"/>
              </a:rPr>
              <a:t>Methodology</a:t>
            </a:r>
            <a:endParaRPr sz="3600">
              <a:solidFill>
                <a:schemeClr val="dk2"/>
              </a:solidFill>
              <a:latin typeface="Libre Franklin"/>
              <a:ea typeface="Libre Franklin"/>
              <a:cs typeface="Libre Franklin"/>
              <a:sym typeface="Libre Franklin"/>
            </a:endParaRPr>
          </a:p>
        </p:txBody>
      </p:sp>
      <p:sp>
        <p:nvSpPr>
          <p:cNvPr id="159" name="Google Shape;159;g23b9bd19d96_0_270"/>
          <p:cNvSpPr txBox="1"/>
          <p:nvPr>
            <p:ph idx="12" type="sldNum"/>
          </p:nvPr>
        </p:nvSpPr>
        <p:spPr>
          <a:xfrm>
            <a:off x="908756" y="6417733"/>
            <a:ext cx="1041600" cy="364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EFFFF"/>
              </a:buClr>
              <a:buSzPts val="2000"/>
              <a:buFont typeface="Century Gothic"/>
              <a:buNone/>
            </a:pPr>
            <a:r>
              <a:rPr lang="en-IN"/>
              <a:t>1</a:t>
            </a:r>
            <a:endParaRPr b="0" i="0" sz="1400">
              <a:solidFill>
                <a:srgbClr val="000000"/>
              </a:solidFill>
              <a:latin typeface="Arial"/>
              <a:ea typeface="Arial"/>
              <a:cs typeface="Arial"/>
              <a:sym typeface="Arial"/>
            </a:endParaRPr>
          </a:p>
        </p:txBody>
      </p:sp>
      <p:sp>
        <p:nvSpPr>
          <p:cNvPr id="160" name="Google Shape;160;g23b9bd19d96_0_270"/>
          <p:cNvSpPr txBox="1"/>
          <p:nvPr/>
        </p:nvSpPr>
        <p:spPr>
          <a:xfrm>
            <a:off x="826500" y="1029400"/>
            <a:ext cx="10559100" cy="50667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n-IN">
                <a:solidFill>
                  <a:srgbClr val="000000"/>
                </a:solidFill>
                <a:latin typeface="Times New Roman"/>
                <a:ea typeface="Times New Roman"/>
                <a:cs typeface="Times New Roman"/>
                <a:sym typeface="Times New Roman"/>
              </a:rPr>
              <a:t>Our system </a:t>
            </a:r>
            <a:r>
              <a:rPr lang="en-IN">
                <a:latin typeface="Times New Roman"/>
                <a:ea typeface="Times New Roman"/>
                <a:cs typeface="Times New Roman"/>
                <a:sym typeface="Times New Roman"/>
              </a:rPr>
              <a:t>has</a:t>
            </a:r>
            <a:r>
              <a:rPr lang="en-IN">
                <a:solidFill>
                  <a:srgbClr val="000000"/>
                </a:solidFill>
                <a:latin typeface="Times New Roman"/>
                <a:ea typeface="Times New Roman"/>
                <a:cs typeface="Times New Roman"/>
                <a:sym typeface="Times New Roman"/>
              </a:rPr>
              <a:t> 3 parts:</a:t>
            </a:r>
            <a:endParaRPr>
              <a:solidFill>
                <a:srgbClr val="000000"/>
              </a:solidFill>
              <a:latin typeface="Times New Roman"/>
              <a:ea typeface="Times New Roman"/>
              <a:cs typeface="Times New Roman"/>
              <a:sym typeface="Times New Roman"/>
            </a:endParaRPr>
          </a:p>
          <a:p>
            <a:pPr indent="0" lvl="0" marL="0" rtl="0" algn="l">
              <a:lnSpc>
                <a:spcPct val="115000"/>
              </a:lnSpc>
              <a:spcBef>
                <a:spcPts val="1000"/>
              </a:spcBef>
              <a:spcAft>
                <a:spcPts val="0"/>
              </a:spcAft>
              <a:buNone/>
            </a:pPr>
            <a:r>
              <a:rPr b="1" lang="en-IN">
                <a:solidFill>
                  <a:srgbClr val="000000"/>
                </a:solidFill>
                <a:latin typeface="Times New Roman"/>
                <a:ea typeface="Times New Roman"/>
                <a:cs typeface="Times New Roman"/>
                <a:sym typeface="Times New Roman"/>
              </a:rPr>
              <a:t>1. Monitoring</a:t>
            </a:r>
            <a:endParaRPr b="1">
              <a:solidFill>
                <a:srgbClr val="000000"/>
              </a:solidFill>
              <a:latin typeface="Times New Roman"/>
              <a:ea typeface="Times New Roman"/>
              <a:cs typeface="Times New Roman"/>
              <a:sym typeface="Times New Roman"/>
            </a:endParaRPr>
          </a:p>
          <a:p>
            <a:pPr indent="0" lvl="0" marL="0" rtl="0" algn="just">
              <a:lnSpc>
                <a:spcPct val="115000"/>
              </a:lnSpc>
              <a:spcBef>
                <a:spcPts val="1000"/>
              </a:spcBef>
              <a:spcAft>
                <a:spcPts val="0"/>
              </a:spcAft>
              <a:buNone/>
            </a:pPr>
            <a:r>
              <a:rPr lang="en-IN">
                <a:solidFill>
                  <a:srgbClr val="000000"/>
                </a:solidFill>
                <a:latin typeface="Times New Roman"/>
                <a:ea typeface="Times New Roman"/>
                <a:cs typeface="Times New Roman"/>
                <a:sym typeface="Times New Roman"/>
              </a:rPr>
              <a:t>An IoT device will be built using Arduino as the microcontroller. We will use MQ135 Air Quality sensor, MQ131 Ozone sensor, MQ7 Carbon Monoxide sensor, and PM2.5 dust sensor. These sensors will measure the current concentrations of the various pollutants and will output the current AQI. The values of the concentrations of the gases is to be stored in a database, which will be used to forecast the future levels of AQI.</a:t>
            </a:r>
            <a:endParaRPr>
              <a:solidFill>
                <a:srgbClr val="000000"/>
              </a:solidFill>
              <a:latin typeface="Times New Roman"/>
              <a:ea typeface="Times New Roman"/>
              <a:cs typeface="Times New Roman"/>
              <a:sym typeface="Times New Roman"/>
            </a:endParaRPr>
          </a:p>
          <a:p>
            <a:pPr indent="0" lvl="0" marL="0" rtl="0" algn="just">
              <a:lnSpc>
                <a:spcPct val="115000"/>
              </a:lnSpc>
              <a:spcBef>
                <a:spcPts val="1000"/>
              </a:spcBef>
              <a:spcAft>
                <a:spcPts val="0"/>
              </a:spcAft>
              <a:buNone/>
            </a:pPr>
            <a:r>
              <a:t/>
            </a:r>
            <a:endParaRPr>
              <a:solidFill>
                <a:srgbClr val="000000"/>
              </a:solidFill>
              <a:latin typeface="Times New Roman"/>
              <a:ea typeface="Times New Roman"/>
              <a:cs typeface="Times New Roman"/>
              <a:sym typeface="Times New Roman"/>
            </a:endParaRPr>
          </a:p>
          <a:p>
            <a:pPr indent="0" lvl="0" marL="0" rtl="0" algn="l">
              <a:lnSpc>
                <a:spcPct val="115000"/>
              </a:lnSpc>
              <a:spcBef>
                <a:spcPts val="1000"/>
              </a:spcBef>
              <a:spcAft>
                <a:spcPts val="0"/>
              </a:spcAft>
              <a:buNone/>
            </a:pPr>
            <a:r>
              <a:rPr b="1" lang="en-IN">
                <a:solidFill>
                  <a:srgbClr val="000000"/>
                </a:solidFill>
                <a:latin typeface="Times New Roman"/>
                <a:ea typeface="Times New Roman"/>
                <a:cs typeface="Times New Roman"/>
                <a:sym typeface="Times New Roman"/>
              </a:rPr>
              <a:t>2. Forecasting</a:t>
            </a:r>
            <a:endParaRPr b="1">
              <a:solidFill>
                <a:srgbClr val="000000"/>
              </a:solidFill>
              <a:latin typeface="Times New Roman"/>
              <a:ea typeface="Times New Roman"/>
              <a:cs typeface="Times New Roman"/>
              <a:sym typeface="Times New Roman"/>
            </a:endParaRPr>
          </a:p>
          <a:p>
            <a:pPr indent="0" lvl="0" marL="0" rtl="0" algn="just">
              <a:lnSpc>
                <a:spcPct val="115000"/>
              </a:lnSpc>
              <a:spcBef>
                <a:spcPts val="1000"/>
              </a:spcBef>
              <a:spcAft>
                <a:spcPts val="0"/>
              </a:spcAft>
              <a:buNone/>
            </a:pPr>
            <a:r>
              <a:rPr lang="en-IN">
                <a:solidFill>
                  <a:srgbClr val="000000"/>
                </a:solidFill>
                <a:latin typeface="Times New Roman"/>
                <a:ea typeface="Times New Roman"/>
                <a:cs typeface="Times New Roman"/>
                <a:sym typeface="Times New Roman"/>
              </a:rPr>
              <a:t>Using the data collected in the previous module, an ML model is to be trained to predict the future levels of AQI. Based on the literature survey, the AutoRegression model provided the best results.</a:t>
            </a:r>
            <a:endParaRPr>
              <a:solidFill>
                <a:srgbClr val="000000"/>
              </a:solidFill>
              <a:latin typeface="Times New Roman"/>
              <a:ea typeface="Times New Roman"/>
              <a:cs typeface="Times New Roman"/>
              <a:sym typeface="Times New Roman"/>
            </a:endParaRPr>
          </a:p>
          <a:p>
            <a:pPr indent="0" lvl="0" marL="0" rtl="0" algn="just">
              <a:lnSpc>
                <a:spcPct val="115000"/>
              </a:lnSpc>
              <a:spcBef>
                <a:spcPts val="1000"/>
              </a:spcBef>
              <a:spcAft>
                <a:spcPts val="0"/>
              </a:spcAft>
              <a:buNone/>
            </a:pPr>
            <a:r>
              <a:rPr b="1" lang="en-IN">
                <a:solidFill>
                  <a:srgbClr val="000000"/>
                </a:solidFill>
                <a:latin typeface="Times New Roman"/>
                <a:ea typeface="Times New Roman"/>
                <a:cs typeface="Times New Roman"/>
                <a:sym typeface="Times New Roman"/>
              </a:rPr>
              <a:t> </a:t>
            </a:r>
            <a:endParaRPr b="1">
              <a:solidFill>
                <a:srgbClr val="000000"/>
              </a:solidFill>
              <a:latin typeface="Times New Roman"/>
              <a:ea typeface="Times New Roman"/>
              <a:cs typeface="Times New Roman"/>
              <a:sym typeface="Times New Roman"/>
            </a:endParaRPr>
          </a:p>
          <a:p>
            <a:pPr indent="0" lvl="0" marL="0" rtl="0" algn="just">
              <a:lnSpc>
                <a:spcPct val="115000"/>
              </a:lnSpc>
              <a:spcBef>
                <a:spcPts val="1000"/>
              </a:spcBef>
              <a:spcAft>
                <a:spcPts val="0"/>
              </a:spcAft>
              <a:buNone/>
            </a:pPr>
            <a:r>
              <a:rPr b="1" lang="en-IN">
                <a:solidFill>
                  <a:srgbClr val="000000"/>
                </a:solidFill>
                <a:latin typeface="Times New Roman"/>
                <a:ea typeface="Times New Roman"/>
                <a:cs typeface="Times New Roman"/>
                <a:sym typeface="Times New Roman"/>
              </a:rPr>
              <a:t>3. Controlling</a:t>
            </a:r>
            <a:endParaRPr b="1">
              <a:solidFill>
                <a:srgbClr val="000000"/>
              </a:solidFill>
              <a:latin typeface="Times New Roman"/>
              <a:ea typeface="Times New Roman"/>
              <a:cs typeface="Times New Roman"/>
              <a:sym typeface="Times New Roman"/>
            </a:endParaRPr>
          </a:p>
          <a:p>
            <a:pPr indent="0" lvl="0" marL="0" rtl="0" algn="just">
              <a:lnSpc>
                <a:spcPct val="115000"/>
              </a:lnSpc>
              <a:spcBef>
                <a:spcPts val="1000"/>
              </a:spcBef>
              <a:spcAft>
                <a:spcPts val="0"/>
              </a:spcAft>
              <a:buNone/>
            </a:pPr>
            <a:r>
              <a:rPr lang="en-IN">
                <a:solidFill>
                  <a:srgbClr val="000000"/>
                </a:solidFill>
                <a:latin typeface="Times New Roman"/>
                <a:ea typeface="Times New Roman"/>
                <a:cs typeface="Times New Roman"/>
                <a:sym typeface="Times New Roman"/>
              </a:rPr>
              <a:t>AQI is categorized into 6 categories based on the value. Depending on the category of the current AQI level, suggestions are to be provided to improve the category to ‘Good’. </a:t>
            </a:r>
            <a:endParaRPr>
              <a:solidFill>
                <a:srgbClr val="000000"/>
              </a:solidFill>
              <a:latin typeface="Times New Roman"/>
              <a:ea typeface="Times New Roman"/>
              <a:cs typeface="Times New Roman"/>
              <a:sym typeface="Times New Roman"/>
            </a:endParaRPr>
          </a:p>
          <a:p>
            <a:pPr indent="0" lvl="0" marL="0" rtl="0" algn="just">
              <a:lnSpc>
                <a:spcPct val="115000"/>
              </a:lnSpc>
              <a:spcBef>
                <a:spcPts val="1000"/>
              </a:spcBef>
              <a:spcAft>
                <a:spcPts val="0"/>
              </a:spcAft>
              <a:buNone/>
            </a:pPr>
            <a:r>
              <a:t/>
            </a:r>
            <a:endParaRPr sz="1000">
              <a:solidFill>
                <a:srgbClr val="000000"/>
              </a:solidFill>
            </a:endParaRPr>
          </a:p>
          <a:p>
            <a:pPr indent="0" lvl="0" marL="0" rtl="0" algn="just">
              <a:lnSpc>
                <a:spcPct val="150000"/>
              </a:lnSpc>
              <a:spcBef>
                <a:spcPts val="1000"/>
              </a:spcBef>
              <a:spcAft>
                <a:spcPts val="1000"/>
              </a:spcAft>
              <a:buNone/>
            </a:pPr>
            <a:r>
              <a:t/>
            </a:r>
            <a:endParaRPr sz="1200">
              <a:solidFill>
                <a:srgbClr val="000000"/>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g24eac9fdb4c_1_0"/>
          <p:cNvSpPr txBox="1"/>
          <p:nvPr>
            <p:ph type="title"/>
          </p:nvPr>
        </p:nvSpPr>
        <p:spPr>
          <a:xfrm>
            <a:off x="838200" y="365125"/>
            <a:ext cx="10515600" cy="1325700"/>
          </a:xfrm>
          <a:prstGeom prst="rect">
            <a:avLst/>
          </a:prstGeom>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1581AA"/>
              </a:buClr>
              <a:buSzPts val="2800"/>
              <a:buFont typeface="Arial"/>
              <a:buNone/>
            </a:pPr>
            <a:r>
              <a:rPr lang="en-IN" sz="3600">
                <a:solidFill>
                  <a:schemeClr val="dk2"/>
                </a:solidFill>
                <a:latin typeface="Libre Franklin"/>
                <a:ea typeface="Libre Franklin"/>
                <a:cs typeface="Libre Franklin"/>
                <a:sym typeface="Libre Franklin"/>
              </a:rPr>
              <a:t>RESULT</a:t>
            </a:r>
            <a:endParaRPr/>
          </a:p>
        </p:txBody>
      </p:sp>
      <p:sp>
        <p:nvSpPr>
          <p:cNvPr id="167" name="Google Shape;167;g24eac9fdb4c_1_0"/>
          <p:cNvSpPr txBox="1"/>
          <p:nvPr/>
        </p:nvSpPr>
        <p:spPr>
          <a:xfrm>
            <a:off x="4658850" y="1986800"/>
            <a:ext cx="2874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u="sng">
                <a:solidFill>
                  <a:schemeClr val="hlink"/>
                </a:solidFill>
                <a:hlinkClick r:id="rId3"/>
              </a:rPr>
              <a:t>https://bmsaqiproject.netlify.app/</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24e90fde893_0_0"/>
          <p:cNvSpPr txBox="1"/>
          <p:nvPr>
            <p:ph type="title"/>
          </p:nvPr>
        </p:nvSpPr>
        <p:spPr>
          <a:xfrm>
            <a:off x="838200" y="365125"/>
            <a:ext cx="10515600" cy="1325700"/>
          </a:xfrm>
          <a:prstGeom prst="rect">
            <a:avLst/>
          </a:prstGeom>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2400"/>
              <a:buFont typeface="Times New Roman"/>
              <a:buNone/>
            </a:pPr>
            <a:r>
              <a:rPr lang="en-IN" sz="3600">
                <a:solidFill>
                  <a:schemeClr val="dk2"/>
                </a:solidFill>
                <a:latin typeface="Libre Franklin"/>
                <a:ea typeface="Libre Franklin"/>
                <a:cs typeface="Libre Franklin"/>
                <a:sym typeface="Libre Franklin"/>
              </a:rPr>
              <a:t>RESULT</a:t>
            </a:r>
            <a:endParaRPr/>
          </a:p>
        </p:txBody>
      </p:sp>
      <p:graphicFrame>
        <p:nvGraphicFramePr>
          <p:cNvPr id="174" name="Google Shape;174;g24e90fde893_0_0"/>
          <p:cNvGraphicFramePr/>
          <p:nvPr/>
        </p:nvGraphicFramePr>
        <p:xfrm>
          <a:off x="980549" y="1023973"/>
          <a:ext cx="3000000" cy="3000000"/>
        </p:xfrm>
        <a:graphic>
          <a:graphicData uri="http://schemas.openxmlformats.org/drawingml/2006/table">
            <a:tbl>
              <a:tblPr>
                <a:noFill/>
                <a:tableStyleId>{C21294FB-B4F3-4A66-B2F1-5DB7E46AA6F4}</a:tableStyleId>
              </a:tblPr>
              <a:tblGrid>
                <a:gridCol w="5143500"/>
                <a:gridCol w="5143500"/>
              </a:tblGrid>
              <a:tr h="381000">
                <a:tc>
                  <a:txBody>
                    <a:bodyPr/>
                    <a:lstStyle/>
                    <a:p>
                      <a:pPr indent="0" lvl="0" marL="0" rtl="0" algn="l">
                        <a:spcBef>
                          <a:spcPts val="0"/>
                        </a:spcBef>
                        <a:spcAft>
                          <a:spcPts val="0"/>
                        </a:spcAft>
                        <a:buNone/>
                      </a:pPr>
                      <a:r>
                        <a:rPr lang="en-IN">
                          <a:latin typeface="Calibri"/>
                          <a:ea typeface="Calibri"/>
                          <a:cs typeface="Calibri"/>
                          <a:sym typeface="Calibri"/>
                        </a:rPr>
                        <a:t>MODEL (Parameters)</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IN">
                          <a:latin typeface="Calibri"/>
                          <a:ea typeface="Calibri"/>
                          <a:cs typeface="Calibri"/>
                          <a:sym typeface="Calibri"/>
                        </a:rPr>
                        <a:t>Mean Squared Error (MSE)</a:t>
                      </a:r>
                      <a:endParaRPr>
                        <a:latin typeface="Calibri"/>
                        <a:ea typeface="Calibri"/>
                        <a:cs typeface="Calibri"/>
                        <a:sym typeface="Calibri"/>
                      </a:endParaRPr>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n-IN">
                          <a:solidFill>
                            <a:schemeClr val="dk1"/>
                          </a:solidFill>
                          <a:latin typeface="Calibri"/>
                          <a:ea typeface="Calibri"/>
                          <a:cs typeface="Calibri"/>
                          <a:sym typeface="Calibri"/>
                        </a:rPr>
                        <a:t>Predicting based on previous day</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IN">
                          <a:solidFill>
                            <a:schemeClr val="dk1"/>
                          </a:solidFill>
                          <a:latin typeface="Calibri"/>
                          <a:ea typeface="Calibri"/>
                          <a:cs typeface="Calibri"/>
                          <a:sym typeface="Calibri"/>
                        </a:rPr>
                        <a:t>577.05</a:t>
                      </a:r>
                      <a:endParaRPr>
                        <a:latin typeface="Calibri"/>
                        <a:ea typeface="Calibri"/>
                        <a:cs typeface="Calibri"/>
                        <a:sym typeface="Calibri"/>
                      </a:endParaRPr>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n-IN">
                          <a:solidFill>
                            <a:schemeClr val="dk1"/>
                          </a:solidFill>
                          <a:latin typeface="Calibri"/>
                          <a:ea typeface="Calibri"/>
                          <a:cs typeface="Calibri"/>
                          <a:sym typeface="Calibri"/>
                        </a:rPr>
                        <a:t>AutoReg(lags=17, trend=’t’)</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IN">
                          <a:solidFill>
                            <a:schemeClr val="dk1"/>
                          </a:solidFill>
                          <a:latin typeface="Calibri"/>
                          <a:ea typeface="Calibri"/>
                          <a:cs typeface="Calibri"/>
                          <a:sym typeface="Calibri"/>
                        </a:rPr>
                        <a:t>917.961</a:t>
                      </a:r>
                      <a:endParaRPr>
                        <a:latin typeface="Calibri"/>
                        <a:ea typeface="Calibri"/>
                        <a:cs typeface="Calibri"/>
                        <a:sym typeface="Calibri"/>
                      </a:endParaRPr>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n-IN">
                          <a:solidFill>
                            <a:schemeClr val="dk1"/>
                          </a:solidFill>
                          <a:latin typeface="Calibri"/>
                          <a:ea typeface="Calibri"/>
                          <a:cs typeface="Calibri"/>
                          <a:sym typeface="Calibri"/>
                        </a:rPr>
                        <a:t>ARMA:</a:t>
                      </a:r>
                      <a:endParaRPr>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IN">
                          <a:solidFill>
                            <a:schemeClr val="dk1"/>
                          </a:solidFill>
                          <a:latin typeface="Calibri"/>
                          <a:ea typeface="Calibri"/>
                          <a:cs typeface="Calibri"/>
                          <a:sym typeface="Calibri"/>
                        </a:rPr>
                        <a:t>ARIMA(p=4, d=0, q=1, trend=’t’, exog=Null)</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IN">
                          <a:solidFill>
                            <a:schemeClr val="dk1"/>
                          </a:solidFill>
                          <a:latin typeface="Calibri"/>
                          <a:ea typeface="Calibri"/>
                          <a:cs typeface="Calibri"/>
                          <a:sym typeface="Calibri"/>
                        </a:rPr>
                        <a:t>449.86</a:t>
                      </a:r>
                      <a:endParaRPr>
                        <a:latin typeface="Calibri"/>
                        <a:ea typeface="Calibri"/>
                        <a:cs typeface="Calibri"/>
                        <a:sym typeface="Calibri"/>
                      </a:endParaRPr>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n-IN">
                          <a:solidFill>
                            <a:schemeClr val="dk1"/>
                          </a:solidFill>
                          <a:latin typeface="Calibri"/>
                          <a:ea typeface="Calibri"/>
                          <a:cs typeface="Calibri"/>
                          <a:sym typeface="Calibri"/>
                        </a:rPr>
                        <a:t>ARIMA(p=3, d=1, q=1, trend=’t’, exog=Null)</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IN">
                          <a:solidFill>
                            <a:schemeClr val="dk1"/>
                          </a:solidFill>
                          <a:latin typeface="Calibri"/>
                          <a:ea typeface="Calibri"/>
                          <a:cs typeface="Calibri"/>
                          <a:sym typeface="Calibri"/>
                        </a:rPr>
                        <a:t>450.586</a:t>
                      </a:r>
                      <a:endParaRPr>
                        <a:latin typeface="Calibri"/>
                        <a:ea typeface="Calibri"/>
                        <a:cs typeface="Calibri"/>
                        <a:sym typeface="Calibri"/>
                      </a:endParaRPr>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n-IN">
                          <a:solidFill>
                            <a:schemeClr val="dk1"/>
                          </a:solidFill>
                          <a:latin typeface="Calibri"/>
                          <a:ea typeface="Calibri"/>
                          <a:cs typeface="Calibri"/>
                          <a:sym typeface="Calibri"/>
                        </a:rPr>
                        <a:t>ARMAX(p=4,d=0,q=1, trend=’t’, exog=[‘Average Temperature’])</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IN">
                          <a:solidFill>
                            <a:schemeClr val="dk1"/>
                          </a:solidFill>
                          <a:latin typeface="Calibri"/>
                          <a:ea typeface="Calibri"/>
                          <a:cs typeface="Calibri"/>
                          <a:sym typeface="Calibri"/>
                        </a:rPr>
                        <a:t>421.21</a:t>
                      </a:r>
                      <a:endParaRPr>
                        <a:latin typeface="Calibri"/>
                        <a:ea typeface="Calibri"/>
                        <a:cs typeface="Calibri"/>
                        <a:sym typeface="Calibri"/>
                      </a:endParaRPr>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n-IN">
                          <a:solidFill>
                            <a:schemeClr val="dk1"/>
                          </a:solidFill>
                          <a:latin typeface="Calibri"/>
                          <a:ea typeface="Calibri"/>
                          <a:cs typeface="Calibri"/>
                          <a:sym typeface="Calibri"/>
                        </a:rPr>
                        <a:t>ARMAX(p=4,d=0,q=1, trend=’t’, exog=[‘Average Temperature’,’Diwali’])</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IN">
                          <a:solidFill>
                            <a:schemeClr val="dk1"/>
                          </a:solidFill>
                          <a:latin typeface="Calibri"/>
                          <a:ea typeface="Calibri"/>
                          <a:cs typeface="Calibri"/>
                          <a:sym typeface="Calibri"/>
                        </a:rPr>
                        <a:t>220.125</a:t>
                      </a:r>
                      <a:endParaRPr>
                        <a:latin typeface="Calibri"/>
                        <a:ea typeface="Calibri"/>
                        <a:cs typeface="Calibri"/>
                        <a:sym typeface="Calibri"/>
                      </a:endParaRPr>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n-IN">
                          <a:solidFill>
                            <a:schemeClr val="dk1"/>
                          </a:solidFill>
                          <a:latin typeface="Calibri"/>
                          <a:ea typeface="Calibri"/>
                          <a:cs typeface="Calibri"/>
                          <a:sym typeface="Calibri"/>
                        </a:rPr>
                        <a:t>ARMAX(p=4,d=0,q=1, trend=’t’, exog=[‘Relative Humidity’,’Wind Direction’])</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IN">
                          <a:solidFill>
                            <a:schemeClr val="dk1"/>
                          </a:solidFill>
                          <a:latin typeface="Calibri"/>
                          <a:ea typeface="Calibri"/>
                          <a:cs typeface="Calibri"/>
                          <a:sym typeface="Calibri"/>
                        </a:rPr>
                        <a:t>176.463</a:t>
                      </a:r>
                      <a:endParaRPr>
                        <a:latin typeface="Calibri"/>
                        <a:ea typeface="Calibri"/>
                        <a:cs typeface="Calibri"/>
                        <a:sym typeface="Calibri"/>
                      </a:endParaRPr>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n-IN">
                          <a:solidFill>
                            <a:schemeClr val="dk1"/>
                          </a:solidFill>
                          <a:latin typeface="Calibri"/>
                          <a:ea typeface="Calibri"/>
                          <a:cs typeface="Calibri"/>
                          <a:sym typeface="Calibri"/>
                        </a:rPr>
                        <a:t>ARMAX(p=4,d=0,q=1, trend=’t’, exog=[‘Average Temperature’,’Diwali’,‘Relative Humidity’,’Wind Direction’,’Barometric Pressure’])</a:t>
                      </a:r>
                      <a:endParaRPr>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IN">
                          <a:solidFill>
                            <a:schemeClr val="dk1"/>
                          </a:solidFill>
                          <a:latin typeface="Calibri"/>
                          <a:ea typeface="Calibri"/>
                          <a:cs typeface="Calibri"/>
                          <a:sym typeface="Calibri"/>
                        </a:rPr>
                        <a:t>145.075</a:t>
                      </a:r>
                      <a:endParaRPr>
                        <a:solidFill>
                          <a:schemeClr val="dk1"/>
                        </a:solidFill>
                        <a:latin typeface="Calibri"/>
                        <a:ea typeface="Calibri"/>
                        <a:cs typeface="Calibri"/>
                        <a:sym typeface="Calibri"/>
                      </a:endParaRPr>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n-IN">
                          <a:solidFill>
                            <a:schemeClr val="dk1"/>
                          </a:solidFill>
                          <a:latin typeface="Calibri"/>
                          <a:ea typeface="Calibri"/>
                          <a:cs typeface="Calibri"/>
                          <a:sym typeface="Calibri"/>
                        </a:rPr>
                        <a:t>ARMAX(p=4,d=0,q=1, trend=’t’, exog=[‘Average Temperature’,’Diwali’,‘Relative Humidity’])</a:t>
                      </a:r>
                      <a:endParaRPr>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IN">
                          <a:solidFill>
                            <a:schemeClr val="dk1"/>
                          </a:solidFill>
                          <a:latin typeface="Calibri"/>
                          <a:ea typeface="Calibri"/>
                          <a:cs typeface="Calibri"/>
                          <a:sym typeface="Calibri"/>
                        </a:rPr>
                        <a:t>125.52</a:t>
                      </a:r>
                      <a:endParaRPr>
                        <a:solidFill>
                          <a:schemeClr val="dk1"/>
                        </a:solidFill>
                        <a:latin typeface="Calibri"/>
                        <a:ea typeface="Calibri"/>
                        <a:cs typeface="Calibri"/>
                        <a:sym typeface="Calibri"/>
                      </a:endParaRPr>
                    </a:p>
                  </a:txBody>
                  <a:tcPr marT="91425" marB="91425" marR="91425" marL="91425"/>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g24e90fde893_0_22"/>
          <p:cNvSpPr txBox="1"/>
          <p:nvPr>
            <p:ph type="title"/>
          </p:nvPr>
        </p:nvSpPr>
        <p:spPr>
          <a:xfrm>
            <a:off x="838200" y="365125"/>
            <a:ext cx="10515600" cy="1325700"/>
          </a:xfrm>
          <a:prstGeom prst="rect">
            <a:avLst/>
          </a:prstGeom>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n-IN" sz="3600">
                <a:solidFill>
                  <a:schemeClr val="dk2"/>
                </a:solidFill>
                <a:latin typeface="Libre Franklin"/>
                <a:ea typeface="Libre Franklin"/>
                <a:cs typeface="Libre Franklin"/>
                <a:sym typeface="Libre Franklin"/>
              </a:rPr>
              <a:t>RESULT</a:t>
            </a:r>
            <a:endParaRPr/>
          </a:p>
        </p:txBody>
      </p:sp>
      <p:pic>
        <p:nvPicPr>
          <p:cNvPr id="181" name="Google Shape;181;g24e90fde893_0_22"/>
          <p:cNvPicPr preferRelativeResize="0"/>
          <p:nvPr/>
        </p:nvPicPr>
        <p:blipFill>
          <a:blip r:embed="rId3">
            <a:alphaModFix/>
          </a:blip>
          <a:stretch>
            <a:fillRect/>
          </a:stretch>
        </p:blipFill>
        <p:spPr>
          <a:xfrm>
            <a:off x="1645672" y="1366575"/>
            <a:ext cx="9143880" cy="48102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6"/>
          <p:cNvSpPr txBox="1"/>
          <p:nvPr>
            <p:ph type="title"/>
          </p:nvPr>
        </p:nvSpPr>
        <p:spPr>
          <a:xfrm>
            <a:off x="838200" y="365126"/>
            <a:ext cx="10515600" cy="710639"/>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2400"/>
              <a:buFont typeface="Times New Roman"/>
              <a:buNone/>
            </a:pPr>
            <a:r>
              <a:rPr lang="en-IN" sz="3400">
                <a:solidFill>
                  <a:schemeClr val="dk2"/>
                </a:solidFill>
                <a:latin typeface="Libre Franklin"/>
                <a:ea typeface="Libre Franklin"/>
                <a:cs typeface="Libre Franklin"/>
                <a:sym typeface="Libre Franklin"/>
              </a:rPr>
              <a:t>SCIENCE &amp; TECHNOLOGY COMPONENT / INNOVATIVENESS / NOVELTY OF THE PROJECT</a:t>
            </a:r>
            <a:endParaRPr b="1" sz="2400">
              <a:latin typeface="Times New Roman"/>
              <a:ea typeface="Times New Roman"/>
              <a:cs typeface="Times New Roman"/>
              <a:sym typeface="Times New Roman"/>
            </a:endParaRPr>
          </a:p>
        </p:txBody>
      </p:sp>
      <p:sp>
        <p:nvSpPr>
          <p:cNvPr id="187" name="Google Shape;187;p6"/>
          <p:cNvSpPr txBox="1"/>
          <p:nvPr/>
        </p:nvSpPr>
        <p:spPr>
          <a:xfrm>
            <a:off x="605100" y="1600050"/>
            <a:ext cx="10748700" cy="4509900"/>
          </a:xfrm>
          <a:prstGeom prst="rect">
            <a:avLst/>
          </a:prstGeom>
          <a:noFill/>
          <a:ln>
            <a:noFill/>
          </a:ln>
        </p:spPr>
        <p:txBody>
          <a:bodyPr anchorCtr="0" anchor="t" bIns="91425" lIns="91425" spcFirstLastPara="1" rIns="91425" wrap="square" tIns="91425">
            <a:spAutoFit/>
          </a:bodyPr>
          <a:lstStyle/>
          <a:p>
            <a:pPr indent="-330200" lvl="0" marL="457200" rtl="0" algn="just">
              <a:lnSpc>
                <a:spcPct val="150000"/>
              </a:lnSpc>
              <a:spcBef>
                <a:spcPts val="0"/>
              </a:spcBef>
              <a:spcAft>
                <a:spcPts val="0"/>
              </a:spcAft>
              <a:buClr>
                <a:schemeClr val="dk1"/>
              </a:buClr>
              <a:buSzPts val="1600"/>
              <a:buFont typeface="Calibri"/>
              <a:buChar char="●"/>
            </a:pPr>
            <a:r>
              <a:rPr lang="en-IN" sz="1600">
                <a:solidFill>
                  <a:schemeClr val="dk1"/>
                </a:solidFill>
                <a:latin typeface="Calibri"/>
                <a:ea typeface="Calibri"/>
                <a:cs typeface="Calibri"/>
                <a:sym typeface="Calibri"/>
              </a:rPr>
              <a:t>This is the first time AQI has been modeled for a specific location. Until now, it was modeled for Bangalore as a whole, and going by government data, that was not accurate as different localities had different values.</a:t>
            </a:r>
            <a:endParaRPr sz="1600">
              <a:solidFill>
                <a:schemeClr val="dk1"/>
              </a:solidFill>
              <a:latin typeface="Calibri"/>
              <a:ea typeface="Calibri"/>
              <a:cs typeface="Calibri"/>
              <a:sym typeface="Calibri"/>
            </a:endParaRPr>
          </a:p>
          <a:p>
            <a:pPr indent="-330200" lvl="0" marL="457200" rtl="0" algn="just">
              <a:lnSpc>
                <a:spcPct val="150000"/>
              </a:lnSpc>
              <a:spcBef>
                <a:spcPts val="0"/>
              </a:spcBef>
              <a:spcAft>
                <a:spcPts val="0"/>
              </a:spcAft>
              <a:buClr>
                <a:schemeClr val="dk1"/>
              </a:buClr>
              <a:buSzPts val="1600"/>
              <a:buFont typeface="Calibri"/>
              <a:buChar char="●"/>
            </a:pPr>
            <a:r>
              <a:rPr lang="en-IN" sz="1600">
                <a:solidFill>
                  <a:schemeClr val="dk1"/>
                </a:solidFill>
                <a:latin typeface="Calibri"/>
                <a:ea typeface="Calibri"/>
                <a:cs typeface="Calibri"/>
                <a:sym typeface="Calibri"/>
              </a:rPr>
              <a:t>The usage of exogenous variables to predict AQI is another novel approach as all the current works use a basic Time Series approach.</a:t>
            </a:r>
            <a:endParaRPr sz="1600">
              <a:solidFill>
                <a:schemeClr val="dk1"/>
              </a:solidFill>
              <a:latin typeface="Calibri"/>
              <a:ea typeface="Calibri"/>
              <a:cs typeface="Calibri"/>
              <a:sym typeface="Calibri"/>
            </a:endParaRPr>
          </a:p>
          <a:p>
            <a:pPr indent="-330200" lvl="0" marL="457200" rtl="0" algn="just">
              <a:lnSpc>
                <a:spcPct val="150000"/>
              </a:lnSpc>
              <a:spcBef>
                <a:spcPts val="0"/>
              </a:spcBef>
              <a:spcAft>
                <a:spcPts val="0"/>
              </a:spcAft>
              <a:buClr>
                <a:schemeClr val="dk1"/>
              </a:buClr>
              <a:buSzPts val="1600"/>
              <a:buFont typeface="Calibri"/>
              <a:buChar char="●"/>
            </a:pPr>
            <a:r>
              <a:rPr lang="en-IN" sz="1600">
                <a:solidFill>
                  <a:schemeClr val="dk1"/>
                </a:solidFill>
                <a:latin typeface="Calibri"/>
                <a:ea typeface="Calibri"/>
                <a:cs typeface="Calibri"/>
                <a:sym typeface="Calibri"/>
              </a:rPr>
              <a:t>Another problem that we are tackling is that, right now there is no place where we can access the future levels of AQI. Hence we are creating a free to use web application that will show the current AQI and the forecasted AQI.</a:t>
            </a:r>
            <a:endParaRPr sz="1600">
              <a:solidFill>
                <a:schemeClr val="dk1"/>
              </a:solidFill>
              <a:latin typeface="Calibri"/>
              <a:ea typeface="Calibri"/>
              <a:cs typeface="Calibri"/>
              <a:sym typeface="Calibri"/>
            </a:endParaRPr>
          </a:p>
          <a:p>
            <a:pPr indent="-330200" lvl="0" marL="457200" rtl="0" algn="just">
              <a:lnSpc>
                <a:spcPct val="150000"/>
              </a:lnSpc>
              <a:spcBef>
                <a:spcPts val="0"/>
              </a:spcBef>
              <a:spcAft>
                <a:spcPts val="0"/>
              </a:spcAft>
              <a:buClr>
                <a:schemeClr val="dk1"/>
              </a:buClr>
              <a:buSzPts val="1600"/>
              <a:buFont typeface="Calibri"/>
              <a:buChar char="●"/>
            </a:pPr>
            <a:r>
              <a:rPr lang="en-IN" sz="1600">
                <a:solidFill>
                  <a:schemeClr val="dk1"/>
                </a:solidFill>
                <a:latin typeface="Calibri"/>
                <a:ea typeface="Calibri"/>
                <a:cs typeface="Calibri"/>
                <a:sym typeface="Calibri"/>
              </a:rPr>
              <a:t>We are also providing the controls and measures to be taken when the AQI is at a particular value and how it can be brought back down to the recommended level. </a:t>
            </a:r>
            <a:endParaRPr sz="1600">
              <a:solidFill>
                <a:schemeClr val="dk1"/>
              </a:solidFill>
              <a:latin typeface="Calibri"/>
              <a:ea typeface="Calibri"/>
              <a:cs typeface="Calibri"/>
              <a:sym typeface="Calibri"/>
            </a:endParaRPr>
          </a:p>
          <a:p>
            <a:pPr indent="0" lvl="0" marL="457200" rtl="0" algn="just">
              <a:lnSpc>
                <a:spcPct val="150000"/>
              </a:lnSpc>
              <a:spcBef>
                <a:spcPts val="1000"/>
              </a:spcBef>
              <a:spcAft>
                <a:spcPts val="0"/>
              </a:spcAft>
              <a:buNone/>
            </a:pPr>
            <a:r>
              <a:t/>
            </a:r>
            <a:endParaRPr sz="1600">
              <a:solidFill>
                <a:schemeClr val="dk1"/>
              </a:solidFill>
              <a:latin typeface="Calibri"/>
              <a:ea typeface="Calibri"/>
              <a:cs typeface="Calibri"/>
              <a:sym typeface="Calibri"/>
            </a:endParaRPr>
          </a:p>
          <a:p>
            <a:pPr indent="0" lvl="0" marL="457200" rtl="0" algn="just">
              <a:lnSpc>
                <a:spcPct val="150000"/>
              </a:lnSpc>
              <a:spcBef>
                <a:spcPts val="1000"/>
              </a:spcBef>
              <a:spcAft>
                <a:spcPts val="0"/>
              </a:spcAft>
              <a:buNone/>
            </a:pPr>
            <a:r>
              <a:t/>
            </a:r>
            <a:endParaRPr sz="1600">
              <a:solidFill>
                <a:schemeClr val="dk1"/>
              </a:solidFill>
              <a:latin typeface="Calibri"/>
              <a:ea typeface="Calibri"/>
              <a:cs typeface="Calibri"/>
              <a:sym typeface="Calibri"/>
            </a:endParaRPr>
          </a:p>
          <a:p>
            <a:pPr indent="0" lvl="0" marL="457200" rtl="0" algn="just">
              <a:lnSpc>
                <a:spcPct val="150000"/>
              </a:lnSpc>
              <a:spcBef>
                <a:spcPts val="1000"/>
              </a:spcBef>
              <a:spcAft>
                <a:spcPts val="1000"/>
              </a:spcAft>
              <a:buNone/>
            </a:pPr>
            <a:r>
              <a:t/>
            </a:r>
            <a:endParaRPr sz="16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g24ebdc5ee26_0_0"/>
          <p:cNvSpPr txBox="1"/>
          <p:nvPr>
            <p:ph type="title"/>
          </p:nvPr>
        </p:nvSpPr>
        <p:spPr>
          <a:xfrm>
            <a:off x="838200" y="365126"/>
            <a:ext cx="10515600" cy="7107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2400"/>
              <a:buFont typeface="Times New Roman"/>
              <a:buNone/>
            </a:pPr>
            <a:r>
              <a:rPr lang="en-IN" sz="3400">
                <a:solidFill>
                  <a:schemeClr val="dk2"/>
                </a:solidFill>
                <a:latin typeface="Libre Franklin"/>
                <a:ea typeface="Libre Franklin"/>
                <a:cs typeface="Libre Franklin"/>
                <a:sym typeface="Libre Franklin"/>
              </a:rPr>
              <a:t>SCIENCE &amp; TECHNOLOGY COMPONENT / INNOVATIVENESS / NOVELTY OF THE PROJECT</a:t>
            </a:r>
            <a:endParaRPr b="1" sz="2600">
              <a:latin typeface="Times New Roman"/>
              <a:ea typeface="Times New Roman"/>
              <a:cs typeface="Times New Roman"/>
              <a:sym typeface="Times New Roman"/>
            </a:endParaRPr>
          </a:p>
        </p:txBody>
      </p:sp>
      <p:sp>
        <p:nvSpPr>
          <p:cNvPr id="193" name="Google Shape;193;g24ebdc5ee26_0_0"/>
          <p:cNvSpPr txBox="1"/>
          <p:nvPr/>
        </p:nvSpPr>
        <p:spPr>
          <a:xfrm>
            <a:off x="605100" y="1600050"/>
            <a:ext cx="10748700" cy="3510600"/>
          </a:xfrm>
          <a:prstGeom prst="rect">
            <a:avLst/>
          </a:prstGeom>
          <a:noFill/>
          <a:ln>
            <a:noFill/>
          </a:ln>
        </p:spPr>
        <p:txBody>
          <a:bodyPr anchorCtr="0" anchor="t" bIns="91425" lIns="91425" spcFirstLastPara="1" rIns="91425" wrap="square" tIns="91425">
            <a:spAutoFit/>
          </a:bodyPr>
          <a:lstStyle/>
          <a:p>
            <a:pPr indent="-304800" lvl="0" marL="457200" rtl="0" algn="just">
              <a:lnSpc>
                <a:spcPct val="115000"/>
              </a:lnSpc>
              <a:spcBef>
                <a:spcPts val="0"/>
              </a:spcBef>
              <a:spcAft>
                <a:spcPts val="0"/>
              </a:spcAft>
              <a:buClr>
                <a:schemeClr val="dk1"/>
              </a:buClr>
              <a:buSzPts val="1200"/>
              <a:buFont typeface="Times New Roman"/>
              <a:buChar char="●"/>
            </a:pPr>
            <a:r>
              <a:rPr lang="en-IN" sz="1600">
                <a:solidFill>
                  <a:schemeClr val="dk1"/>
                </a:solidFill>
                <a:latin typeface="Calibri"/>
                <a:ea typeface="Calibri"/>
                <a:cs typeface="Calibri"/>
                <a:sym typeface="Calibri"/>
              </a:rPr>
              <a:t>Integrating the AQI forecast into Google Maps. Just like how Google gives push notifications of the weather rain forecast, it should give AQI forecasts as well.</a:t>
            </a:r>
            <a:endParaRPr sz="1600">
              <a:solidFill>
                <a:schemeClr val="dk1"/>
              </a:solidFill>
              <a:latin typeface="Calibri"/>
              <a:ea typeface="Calibri"/>
              <a:cs typeface="Calibri"/>
              <a:sym typeface="Calibri"/>
            </a:endParaRPr>
          </a:p>
          <a:p>
            <a:pPr indent="-304800" lvl="0" marL="457200" rtl="0" algn="just">
              <a:lnSpc>
                <a:spcPct val="115000"/>
              </a:lnSpc>
              <a:spcBef>
                <a:spcPts val="1000"/>
              </a:spcBef>
              <a:spcAft>
                <a:spcPts val="0"/>
              </a:spcAft>
              <a:buClr>
                <a:schemeClr val="dk1"/>
              </a:buClr>
              <a:buSzPts val="1200"/>
              <a:buFont typeface="Times New Roman"/>
              <a:buChar char="●"/>
            </a:pPr>
            <a:r>
              <a:rPr lang="en-IN" sz="1600">
                <a:solidFill>
                  <a:schemeClr val="dk1"/>
                </a:solidFill>
                <a:latin typeface="Calibri"/>
                <a:ea typeface="Calibri"/>
                <a:cs typeface="Calibri"/>
                <a:sym typeface="Calibri"/>
              </a:rPr>
              <a:t>Automating the complete line of work, the device and model should work without any human interference, except for maintenance.</a:t>
            </a:r>
            <a:endParaRPr sz="1600">
              <a:solidFill>
                <a:schemeClr val="dk1"/>
              </a:solidFill>
              <a:latin typeface="Calibri"/>
              <a:ea typeface="Calibri"/>
              <a:cs typeface="Calibri"/>
              <a:sym typeface="Calibri"/>
            </a:endParaRPr>
          </a:p>
          <a:p>
            <a:pPr indent="-304800" lvl="0" marL="457200" rtl="0" algn="just">
              <a:lnSpc>
                <a:spcPct val="115000"/>
              </a:lnSpc>
              <a:spcBef>
                <a:spcPts val="1000"/>
              </a:spcBef>
              <a:spcAft>
                <a:spcPts val="0"/>
              </a:spcAft>
              <a:buClr>
                <a:schemeClr val="dk1"/>
              </a:buClr>
              <a:buSzPts val="1200"/>
              <a:buFont typeface="Times New Roman"/>
              <a:buChar char="●"/>
            </a:pPr>
            <a:r>
              <a:rPr lang="en-IN" sz="1600">
                <a:solidFill>
                  <a:schemeClr val="dk1"/>
                </a:solidFill>
                <a:latin typeface="Calibri"/>
                <a:ea typeface="Calibri"/>
                <a:cs typeface="Calibri"/>
                <a:sym typeface="Calibri"/>
              </a:rPr>
              <a:t>We have built only one IoT device and have implemented it in only one location. Once we have established the proof of concept with this one location, we hope we can implement this on a much larger scale, covering much larger areas. </a:t>
            </a:r>
            <a:endParaRPr sz="1600">
              <a:solidFill>
                <a:schemeClr val="dk1"/>
              </a:solidFill>
              <a:latin typeface="Calibri"/>
              <a:ea typeface="Calibri"/>
              <a:cs typeface="Calibri"/>
              <a:sym typeface="Calibri"/>
            </a:endParaRPr>
          </a:p>
          <a:p>
            <a:pPr indent="0" lvl="0" marL="457200" rtl="0" algn="just">
              <a:lnSpc>
                <a:spcPct val="150000"/>
              </a:lnSpc>
              <a:spcBef>
                <a:spcPts val="1000"/>
              </a:spcBef>
              <a:spcAft>
                <a:spcPts val="0"/>
              </a:spcAft>
              <a:buNone/>
            </a:pPr>
            <a:r>
              <a:t/>
            </a:r>
            <a:endParaRPr sz="1600">
              <a:solidFill>
                <a:schemeClr val="dk1"/>
              </a:solidFill>
              <a:latin typeface="Calibri"/>
              <a:ea typeface="Calibri"/>
              <a:cs typeface="Calibri"/>
              <a:sym typeface="Calibri"/>
            </a:endParaRPr>
          </a:p>
          <a:p>
            <a:pPr indent="0" lvl="0" marL="457200" rtl="0" algn="just">
              <a:lnSpc>
                <a:spcPct val="150000"/>
              </a:lnSpc>
              <a:spcBef>
                <a:spcPts val="1000"/>
              </a:spcBef>
              <a:spcAft>
                <a:spcPts val="0"/>
              </a:spcAft>
              <a:buNone/>
            </a:pPr>
            <a:r>
              <a:t/>
            </a:r>
            <a:endParaRPr sz="1600">
              <a:solidFill>
                <a:schemeClr val="dk1"/>
              </a:solidFill>
              <a:latin typeface="Calibri"/>
              <a:ea typeface="Calibri"/>
              <a:cs typeface="Calibri"/>
              <a:sym typeface="Calibri"/>
            </a:endParaRPr>
          </a:p>
          <a:p>
            <a:pPr indent="0" lvl="0" marL="457200" rtl="0" algn="just">
              <a:lnSpc>
                <a:spcPct val="150000"/>
              </a:lnSpc>
              <a:spcBef>
                <a:spcPts val="1000"/>
              </a:spcBef>
              <a:spcAft>
                <a:spcPts val="1000"/>
              </a:spcAft>
              <a:buNone/>
            </a:pPr>
            <a:r>
              <a:t/>
            </a:r>
            <a:endParaRPr sz="16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2022-06-15T06:59:32Z</dcterms:created>
  <dc:creator>SPP KSCST</dc:creator>
</cp:coreProperties>
</file>