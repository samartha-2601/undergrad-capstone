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6858000" cx="9144000"/>
  <p:notesSz cx="6858000" cy="9144000"/>
  <p:embeddedFontLst>
    <p:embeddedFont>
      <p:font typeface="Libre Franklin"/>
      <p:regular r:id="rId34"/>
      <p:bold r:id="rId35"/>
      <p:italic r:id="rId36"/>
      <p:boldItalic r:id="rId37"/>
    </p:embeddedFont>
    <p:embeddedFont>
      <p:font typeface="Libre Baskerville"/>
      <p:regular r:id="rId38"/>
      <p:bold r:id="rId39"/>
      <p:italic r:id="rId40"/>
    </p:embeddedFon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87294A-CD0E-4CA4-9922-810895E37F80}">
  <a:tblStyle styleId="{CC87294A-CD0E-4CA4-9922-810895E37F80}" styleName="Table_0">
    <a:wholeTbl>
      <a:tcTxStyle b="off" i="off">
        <a:font>
          <a:latin typeface="Perpetua"/>
          <a:ea typeface="Perpetua"/>
          <a:cs typeface="Perpetu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7E8E7"/>
          </a:solidFill>
        </a:fill>
      </a:tcStyle>
    </a:wholeTbl>
    <a:band1H>
      <a:tcTxStyle/>
      <a:tcStyle>
        <a:fill>
          <a:solidFill>
            <a:srgbClr val="EFCECA"/>
          </a:solidFill>
        </a:fill>
      </a:tcStyle>
    </a:band1H>
    <a:band2H>
      <a:tcTxStyle/>
    </a:band2H>
    <a:band1V>
      <a:tcTxStyle/>
      <a:tcStyle>
        <a:fill>
          <a:solidFill>
            <a:srgbClr val="EFCECA"/>
          </a:solidFill>
        </a:fill>
      </a:tcStyle>
    </a:band1V>
    <a:band2V>
      <a:tcTxStyle/>
    </a:band2V>
    <a:lastCol>
      <a:tcTxStyle b="on" i="off">
        <a:font>
          <a:latin typeface="Perpetua"/>
          <a:ea typeface="Perpetua"/>
          <a:cs typeface="Perpetua"/>
        </a:font>
        <a:schemeClr val="lt1"/>
      </a:tcTxStyle>
      <a:tcStyle>
        <a:fill>
          <a:solidFill>
            <a:schemeClr val="accent1"/>
          </a:solidFill>
        </a:fill>
      </a:tcStyle>
    </a:lastCol>
    <a:firstCol>
      <a:tcTxStyle b="on" i="off">
        <a:font>
          <a:latin typeface="Perpetua"/>
          <a:ea typeface="Perpetua"/>
          <a:cs typeface="Perpetua"/>
        </a:font>
        <a:schemeClr val="lt1"/>
      </a:tcTxStyle>
      <a:tcStyle>
        <a:fill>
          <a:solidFill>
            <a:schemeClr val="accent1"/>
          </a:solidFill>
        </a:fill>
      </a:tcStyle>
    </a:firstCol>
    <a:lastRow>
      <a:tcTxStyle b="on" i="off">
        <a:font>
          <a:latin typeface="Perpetua"/>
          <a:ea typeface="Perpetua"/>
          <a:cs typeface="Perpetu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Perpetua"/>
          <a:ea typeface="Perpetua"/>
          <a:cs typeface="Perpetu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58466F8E-BE63-4D39-ADFD-78AEF9BEE77A}"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348734B-AE88-43BA-9779-2FB41635F723}"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italic.fntdata"/><Relationship Id="rId20" Type="http://schemas.openxmlformats.org/officeDocument/2006/relationships/slide" Target="slides/slide13.xml"/><Relationship Id="rId42" Type="http://schemas.openxmlformats.org/officeDocument/2006/relationships/font" Target="fonts/CenturyGothic-bold.fntdata"/><Relationship Id="rId41" Type="http://schemas.openxmlformats.org/officeDocument/2006/relationships/font" Target="fonts/CenturyGothic-regular.fntdata"/><Relationship Id="rId22" Type="http://schemas.openxmlformats.org/officeDocument/2006/relationships/slide" Target="slides/slide15.xml"/><Relationship Id="rId44" Type="http://schemas.openxmlformats.org/officeDocument/2006/relationships/font" Target="fonts/CenturyGothic-boldItalic.fntdata"/><Relationship Id="rId21" Type="http://schemas.openxmlformats.org/officeDocument/2006/relationships/slide" Target="slides/slide14.xml"/><Relationship Id="rId43" Type="http://schemas.openxmlformats.org/officeDocument/2006/relationships/font" Target="fonts/CenturyGothic-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LibreFranklin-bold.fntdata"/><Relationship Id="rId12" Type="http://schemas.openxmlformats.org/officeDocument/2006/relationships/slide" Target="slides/slide5.xml"/><Relationship Id="rId34" Type="http://schemas.openxmlformats.org/officeDocument/2006/relationships/font" Target="fonts/LibreFranklin-regular.fntdata"/><Relationship Id="rId15" Type="http://schemas.openxmlformats.org/officeDocument/2006/relationships/slide" Target="slides/slide8.xml"/><Relationship Id="rId37" Type="http://schemas.openxmlformats.org/officeDocument/2006/relationships/font" Target="fonts/LibreFranklin-boldItalic.fntdata"/><Relationship Id="rId14" Type="http://schemas.openxmlformats.org/officeDocument/2006/relationships/slide" Target="slides/slide7.xml"/><Relationship Id="rId36" Type="http://schemas.openxmlformats.org/officeDocument/2006/relationships/font" Target="fonts/LibreFranklin-italic.fntdata"/><Relationship Id="rId17" Type="http://schemas.openxmlformats.org/officeDocument/2006/relationships/slide" Target="slides/slide10.xml"/><Relationship Id="rId39" Type="http://schemas.openxmlformats.org/officeDocument/2006/relationships/font" Target="fonts/LibreBaskerville-bold.fntdata"/><Relationship Id="rId16" Type="http://schemas.openxmlformats.org/officeDocument/2006/relationships/slide" Target="slides/slide9.xml"/><Relationship Id="rId38" Type="http://schemas.openxmlformats.org/officeDocument/2006/relationships/font" Target="fonts/LibreBaskerville-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2603182589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8" name="Google Shape;228;g22603182589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603182589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6" name="Google Shape;236;g22603182589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57de520b5b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4" name="Google Shape;244;g257de520b5b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2603182589_0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2" name="Google Shape;252;g22603182589_0_4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57de520b5b_0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0" name="Google Shape;260;g257de520b5b_0_3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7de520b5b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7" name="Google Shape;267;g257de520b5b_0_4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2603182589_0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75" name="Google Shape;275;g22603182589_0_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2603182589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84" name="Google Shape;284;g22603182589_0_3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4" name="Google Shape;29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3" name="Google Shape;30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2603182589_0_5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12" name="Google Shape;312;g22603182589_0_5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2603182589_0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22" name="Google Shape;322;g22603182589_0_6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2603182589_0_7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32" name="Google Shape;332;g22603182589_0_7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1" name="Google Shape;34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0" name="Google Shape;35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57de520b5b_0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8" name="Google Shape;358;g257de520b5b_0_5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57de520b5b_0_5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6" name="Google Shape;366;g257de520b5b_0_5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3" name="Google Shape;3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2" name="Google Shape;3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91" name="Google Shape;3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0" name="Google Shape;4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2603182589_0_8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9" name="Google Shape;409;g22603182589_0_8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8" name="Google Shape;41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27" name="Google Shape;42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lnSpc>
                <a:spcPct val="100000"/>
              </a:lnSpc>
              <a:spcBef>
                <a:spcPts val="0"/>
              </a:spcBef>
              <a:spcAft>
                <a:spcPts val="0"/>
              </a:spcAft>
              <a:buClr>
                <a:srgbClr val="FFFFFF"/>
              </a:buClr>
              <a:buSzPts val="4000"/>
              <a:buFont typeface="Libre Franklin"/>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2040"/>
              <a:buNone/>
              <a:defRPr sz="2400">
                <a:solidFill>
                  <a:srgbClr val="888888"/>
                </a:solidFill>
              </a:defRPr>
            </a:lvl1pPr>
            <a:lvl2pPr indent="-228600" lvl="1" marL="914400" algn="l">
              <a:lnSpc>
                <a:spcPct val="100000"/>
              </a:lnSpc>
              <a:spcBef>
                <a:spcPts val="370"/>
              </a:spcBef>
              <a:spcAft>
                <a:spcPts val="0"/>
              </a:spcAft>
              <a:buSzPts val="1530"/>
              <a:buNone/>
              <a:defRPr sz="1800">
                <a:solidFill>
                  <a:srgbClr val="888888"/>
                </a:solidFill>
              </a:defRPr>
            </a:lvl2pPr>
            <a:lvl3pPr indent="-228600" lvl="2" marL="1371600" algn="l">
              <a:lnSpc>
                <a:spcPct val="100000"/>
              </a:lnSpc>
              <a:spcBef>
                <a:spcPts val="370"/>
              </a:spcBef>
              <a:spcAft>
                <a:spcPts val="0"/>
              </a:spcAft>
              <a:buSzPts val="1360"/>
              <a:buNone/>
              <a:defRPr sz="1600">
                <a:solidFill>
                  <a:srgbClr val="888888"/>
                </a:solidFill>
              </a:defRPr>
            </a:lvl3pPr>
            <a:lvl4pPr indent="-228600" lvl="3" marL="1828800" algn="l">
              <a:lnSpc>
                <a:spcPct val="100000"/>
              </a:lnSpc>
              <a:spcBef>
                <a:spcPts val="370"/>
              </a:spcBef>
              <a:spcAft>
                <a:spcPts val="0"/>
              </a:spcAft>
              <a:buSzPts val="1120"/>
              <a:buNone/>
              <a:defRPr sz="1400">
                <a:solidFill>
                  <a:srgbClr val="888888"/>
                </a:solidFill>
              </a:defRPr>
            </a:lvl4pPr>
            <a:lvl5pPr indent="-228600" lvl="4" marL="2286000" algn="l">
              <a:lnSpc>
                <a:spcPct val="100000"/>
              </a:lnSpc>
              <a:spcBef>
                <a:spcPts val="370"/>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530"/>
              <a:buNone/>
              <a:defRPr sz="1800"/>
            </a:lvl1pPr>
            <a:lvl2pPr indent="-228600" lvl="1" marL="914400" algn="l">
              <a:lnSpc>
                <a:spcPct val="100000"/>
              </a:lnSpc>
              <a:spcBef>
                <a:spcPts val="370"/>
              </a:spcBef>
              <a:spcAft>
                <a:spcPts val="0"/>
              </a:spcAft>
              <a:buSzPts val="1020"/>
              <a:buNone/>
              <a:defRPr sz="1200"/>
            </a:lvl2pPr>
            <a:lvl3pPr indent="-228600" lvl="2" marL="1371600" algn="l">
              <a:lnSpc>
                <a:spcPct val="100000"/>
              </a:lnSpc>
              <a:spcBef>
                <a:spcPts val="370"/>
              </a:spcBef>
              <a:spcAft>
                <a:spcPts val="0"/>
              </a:spcAft>
              <a:buSzPts val="850"/>
              <a:buNone/>
              <a:defRPr sz="1000"/>
            </a:lvl3pPr>
            <a:lvl4pPr indent="-228600" lvl="3" marL="1828800" algn="l">
              <a:lnSpc>
                <a:spcPct val="100000"/>
              </a:lnSpc>
              <a:spcBef>
                <a:spcPts val="370"/>
              </a:spcBef>
              <a:spcAft>
                <a:spcPts val="0"/>
              </a:spcAft>
              <a:buSzPts val="720"/>
              <a:buNone/>
              <a:defRPr sz="900"/>
            </a:lvl4pPr>
            <a:lvl5pPr indent="-228600" lvl="4" marL="2286000" algn="l">
              <a:lnSpc>
                <a:spcPct val="100000"/>
              </a:lnSpc>
              <a:spcBef>
                <a:spcPts val="370"/>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360"/>
              <a:buFont typeface="Libre Baskerville"/>
              <a:buNone/>
              <a:defRPr sz="1600"/>
            </a:lvl1pPr>
            <a:lvl2pPr indent="-293369" lvl="1" marL="914400" algn="l">
              <a:lnSpc>
                <a:spcPct val="100000"/>
              </a:lnSpc>
              <a:spcBef>
                <a:spcPts val="370"/>
              </a:spcBef>
              <a:spcAft>
                <a:spcPts val="0"/>
              </a:spcAft>
              <a:buSzPts val="1020"/>
              <a:buChar char="⚫"/>
              <a:defRPr sz="1200"/>
            </a:lvl2pPr>
            <a:lvl3pPr indent="-282575" lvl="2" marL="1371600" algn="l">
              <a:lnSpc>
                <a:spcPct val="100000"/>
              </a:lnSpc>
              <a:spcBef>
                <a:spcPts val="370"/>
              </a:spcBef>
              <a:spcAft>
                <a:spcPts val="0"/>
              </a:spcAft>
              <a:buSzPts val="850"/>
              <a:buChar char="⚫"/>
              <a:defRPr sz="1000"/>
            </a:lvl3pPr>
            <a:lvl4pPr indent="-274319" lvl="3" marL="1828800" algn="l">
              <a:lnSpc>
                <a:spcPct val="100000"/>
              </a:lnSpc>
              <a:spcBef>
                <a:spcPts val="370"/>
              </a:spcBef>
              <a:spcAft>
                <a:spcPts val="0"/>
              </a:spcAft>
              <a:buSzPts val="720"/>
              <a:buChar char="⚫"/>
              <a:defRPr sz="900"/>
            </a:lvl4pPr>
            <a:lvl5pPr indent="-285750" lvl="4" marL="2286000" algn="l">
              <a:lnSpc>
                <a:spcPct val="100000"/>
              </a:lnSpc>
              <a:spcBef>
                <a:spcPts val="370"/>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4997" ty="0" sy="54997"/>
        </a:blipFill>
      </p:bgPr>
    </p:bg>
    <p:spTree>
      <p:nvGrpSpPr>
        <p:cNvPr id="116" name="Shape 116"/>
        <p:cNvGrpSpPr/>
        <p:nvPr/>
      </p:nvGrpSpPr>
      <p:grpSpPr>
        <a:xfrm>
          <a:off x="0" y="0"/>
          <a:ext cx="0" cy="0"/>
          <a:chOff x="0" y="0"/>
          <a:chExt cx="0" cy="0"/>
        </a:xfrm>
      </p:grpSpPr>
      <p:sp>
        <p:nvSpPr>
          <p:cNvPr id="117" name="Google Shape;117;p15"/>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8" name="Google Shape;118;p15"/>
          <p:cNvSpPr/>
          <p:nvPr/>
        </p:nvSpPr>
        <p:spPr>
          <a:xfrm>
            <a:off x="65313" y="69755"/>
            <a:ext cx="9013500" cy="6692100"/>
          </a:xfrm>
          <a:prstGeom prst="roundRect">
            <a:avLst>
              <a:gd fmla="val 4929" name="adj"/>
            </a:avLst>
          </a:prstGeom>
          <a:blipFill rotWithShape="1">
            <a:blip r:embed="rId2">
              <a:alphaModFix/>
            </a:blip>
            <a:tile algn="tl" flip="none" tx="0" sx="54997" ty="0" sy="54997"/>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9" name="Google Shape;119;p15"/>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rtl="0" algn="ctr">
              <a:spcBef>
                <a:spcPts val="580"/>
              </a:spcBef>
              <a:spcAft>
                <a:spcPts val="0"/>
              </a:spcAft>
              <a:buSzPts val="2210"/>
              <a:buNone/>
              <a:defRPr sz="2600">
                <a:solidFill>
                  <a:schemeClr val="dk2"/>
                </a:solidFill>
              </a:defRPr>
            </a:lvl1pPr>
            <a:lvl2pPr lvl="1" rtl="0" algn="ctr">
              <a:spcBef>
                <a:spcPts val="370"/>
              </a:spcBef>
              <a:spcAft>
                <a:spcPts val="0"/>
              </a:spcAft>
              <a:buSzPts val="1530"/>
              <a:buNone/>
              <a:defRPr/>
            </a:lvl2pPr>
            <a:lvl3pPr lvl="2" rtl="0" algn="ctr">
              <a:spcBef>
                <a:spcPts val="370"/>
              </a:spcBef>
              <a:spcAft>
                <a:spcPts val="0"/>
              </a:spcAft>
              <a:buSzPts val="1530"/>
              <a:buNone/>
              <a:defRPr/>
            </a:lvl3pPr>
            <a:lvl4pPr lvl="3" rtl="0" algn="ctr">
              <a:spcBef>
                <a:spcPts val="370"/>
              </a:spcBef>
              <a:spcAft>
                <a:spcPts val="0"/>
              </a:spcAft>
              <a:buSzPts val="1440"/>
              <a:buNone/>
              <a:defRPr/>
            </a:lvl4pPr>
            <a:lvl5pPr lvl="4" rtl="0" algn="ctr">
              <a:spcBef>
                <a:spcPts val="370"/>
              </a:spcBef>
              <a:spcAft>
                <a:spcPts val="0"/>
              </a:spcAft>
              <a:buSzPts val="1800"/>
              <a:buNone/>
              <a:defRPr/>
            </a:lvl5pPr>
            <a:lvl6pPr lvl="5" rtl="0" algn="ctr">
              <a:spcBef>
                <a:spcPts val="370"/>
              </a:spcBef>
              <a:spcAft>
                <a:spcPts val="0"/>
              </a:spcAft>
              <a:buSzPts val="1800"/>
              <a:buNone/>
              <a:defRPr/>
            </a:lvl6pPr>
            <a:lvl7pPr lvl="6" rtl="0" algn="ctr">
              <a:spcBef>
                <a:spcPts val="370"/>
              </a:spcBef>
              <a:spcAft>
                <a:spcPts val="0"/>
              </a:spcAft>
              <a:buSzPts val="1800"/>
              <a:buNone/>
              <a:defRPr/>
            </a:lvl7pPr>
            <a:lvl8pPr lvl="7" rtl="0" algn="ctr">
              <a:spcBef>
                <a:spcPts val="370"/>
              </a:spcBef>
              <a:spcAft>
                <a:spcPts val="0"/>
              </a:spcAft>
              <a:buSzPts val="1800"/>
              <a:buNone/>
              <a:defRPr/>
            </a:lvl8pPr>
            <a:lvl9pPr lvl="8" rtl="0" algn="ctr">
              <a:spcBef>
                <a:spcPts val="370"/>
              </a:spcBef>
              <a:spcAft>
                <a:spcPts val="0"/>
              </a:spcAft>
              <a:buSzPts val="1800"/>
              <a:buNone/>
              <a:defRPr/>
            </a:lvl9pPr>
          </a:lstStyle>
          <a:p/>
        </p:txBody>
      </p:sp>
      <p:sp>
        <p:nvSpPr>
          <p:cNvPr id="120" name="Google Shape;120;p1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1" name="Google Shape;121;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2" name="Google Shape;122;p1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123" name="Google Shape;123;p15"/>
          <p:cNvSpPr/>
          <p:nvPr/>
        </p:nvSpPr>
        <p:spPr>
          <a:xfrm>
            <a:off x="62931" y="1449303"/>
            <a:ext cx="9021600" cy="15273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4" name="Google Shape;124;p15"/>
          <p:cNvSpPr/>
          <p:nvPr/>
        </p:nvSpPr>
        <p:spPr>
          <a:xfrm>
            <a:off x="62931" y="1396720"/>
            <a:ext cx="9021600" cy="12060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5" name="Google Shape;125;p15"/>
          <p:cNvSpPr/>
          <p:nvPr/>
        </p:nvSpPr>
        <p:spPr>
          <a:xfrm>
            <a:off x="62931" y="2976649"/>
            <a:ext cx="9021600" cy="1104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6" name="Google Shape;126;p15"/>
          <p:cNvSpPr txBox="1"/>
          <p:nvPr>
            <p:ph type="ctrTitle"/>
          </p:nvPr>
        </p:nvSpPr>
        <p:spPr>
          <a:xfrm>
            <a:off x="457200" y="1505930"/>
            <a:ext cx="8229600" cy="1470000"/>
          </a:xfrm>
          <a:prstGeom prst="rect">
            <a:avLst/>
          </a:prstGeom>
          <a:noFill/>
          <a:ln>
            <a:noFill/>
          </a:ln>
        </p:spPr>
        <p:txBody>
          <a:bodyPr anchorCtr="0" anchor="ctr" bIns="91425" lIns="91425" spcFirstLastPara="1" rIns="91425" wrap="square" tIns="45700">
            <a:normAutofit/>
          </a:bodyPr>
          <a:lstStyle>
            <a:lvl1pPr lvl="0" rtl="0" algn="ctr">
              <a:spcBef>
                <a:spcPts val="0"/>
              </a:spcBef>
              <a:spcAft>
                <a:spcPts val="0"/>
              </a:spcAft>
              <a:buClr>
                <a:srgbClr val="FFFFFF"/>
              </a:buClr>
              <a:buSzPts val="4000"/>
              <a:buFont typeface="Libre Franklin"/>
              <a:buNone/>
              <a:defRPr>
                <a:solidFill>
                  <a:srgbClr val="FFFFFF"/>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7" name="Shape 127"/>
        <p:cNvGrpSpPr/>
        <p:nvPr/>
      </p:nvGrpSpPr>
      <p:grpSpPr>
        <a:xfrm>
          <a:off x="0" y="0"/>
          <a:ext cx="0" cy="0"/>
          <a:chOff x="0" y="0"/>
          <a:chExt cx="0" cy="0"/>
        </a:xfrm>
      </p:grpSpPr>
      <p:sp>
        <p:nvSpPr>
          <p:cNvPr id="128" name="Google Shape;128;p1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9" name="Google Shape;129;p1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0" name="Google Shape;130;p1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1" name="Google Shape;131;p1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32" name="Google Shape;132;p16"/>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33" name="Shape 133"/>
        <p:cNvGrpSpPr/>
        <p:nvPr/>
      </p:nvGrpSpPr>
      <p:grpSpPr>
        <a:xfrm>
          <a:off x="0" y="0"/>
          <a:ext cx="0" cy="0"/>
          <a:chOff x="0" y="0"/>
          <a:chExt cx="0" cy="0"/>
        </a:xfrm>
      </p:grpSpPr>
      <p:sp>
        <p:nvSpPr>
          <p:cNvPr id="134" name="Google Shape;134;p17"/>
          <p:cNvSpPr/>
          <p:nvPr>
            <p:ph idx="2" type="pic"/>
          </p:nvPr>
        </p:nvSpPr>
        <p:spPr>
          <a:xfrm>
            <a:off x="3429000" y="1295400"/>
            <a:ext cx="2362200" cy="4267200"/>
          </a:xfrm>
          <a:prstGeom prst="rect">
            <a:avLst/>
          </a:prstGeom>
          <a:noFill/>
          <a:ln>
            <a:noFill/>
          </a:ln>
        </p:spPr>
      </p:sp>
      <p:sp>
        <p:nvSpPr>
          <p:cNvPr id="135" name="Google Shape;135;p17"/>
          <p:cNvSpPr txBox="1"/>
          <p:nvPr>
            <p:ph idx="1" type="body"/>
          </p:nvPr>
        </p:nvSpPr>
        <p:spPr>
          <a:xfrm>
            <a:off x="381000" y="76200"/>
            <a:ext cx="4191000" cy="1016100"/>
          </a:xfrm>
          <a:prstGeom prst="rect">
            <a:avLst/>
          </a:prstGeom>
          <a:noFill/>
          <a:ln>
            <a:noFill/>
          </a:ln>
        </p:spPr>
        <p:txBody>
          <a:bodyPr anchorCtr="0" anchor="t" bIns="91425" lIns="91425" spcFirstLastPara="1" rIns="91425" wrap="square" tIns="91425">
            <a:noAutofit/>
          </a:bodyPr>
          <a:lstStyle>
            <a:lvl1pPr indent="-228600" lvl="0" marL="457200" rtl="0" algn="l">
              <a:spcBef>
                <a:spcPts val="0"/>
              </a:spcBef>
              <a:spcAft>
                <a:spcPts val="0"/>
              </a:spcAft>
              <a:buClr>
                <a:srgbClr val="000000"/>
              </a:buClr>
              <a:buSzPts val="1400"/>
              <a:buFont typeface="Arial"/>
              <a:buNone/>
              <a:defRPr/>
            </a:lvl1pPr>
            <a:lvl2pPr indent="-342900" lvl="1" marL="914400" rtl="0" algn="l">
              <a:spcBef>
                <a:spcPts val="0"/>
              </a:spcBef>
              <a:spcAft>
                <a:spcPts val="0"/>
              </a:spcAft>
              <a:buClr>
                <a:srgbClr val="000000"/>
              </a:buClr>
              <a:buSzPts val="1800"/>
              <a:buChar char="–"/>
              <a:defRPr/>
            </a:lvl2pPr>
            <a:lvl3pPr indent="-342900" lvl="2" marL="1371600" rtl="0" algn="l">
              <a:spcBef>
                <a:spcPts val="0"/>
              </a:spcBef>
              <a:spcAft>
                <a:spcPts val="0"/>
              </a:spcAft>
              <a:buClr>
                <a:srgbClr val="000000"/>
              </a:buClr>
              <a:buSzPts val="1800"/>
              <a:buChar char="•"/>
              <a:defRPr/>
            </a:lvl3pPr>
            <a:lvl4pPr indent="-342900" lvl="3" marL="1828800" rtl="0" algn="l">
              <a:spcBef>
                <a:spcPts val="0"/>
              </a:spcBef>
              <a:spcAft>
                <a:spcPts val="0"/>
              </a:spcAft>
              <a:buClr>
                <a:srgbClr val="000000"/>
              </a:buClr>
              <a:buSzPts val="1800"/>
              <a:buChar char="–"/>
              <a:defRPr/>
            </a:lvl4pPr>
            <a:lvl5pPr indent="-342900" lvl="4" marL="2286000" rtl="0" algn="l">
              <a:spcBef>
                <a:spcPts val="0"/>
              </a:spcBef>
              <a:spcAft>
                <a:spcPts val="0"/>
              </a:spcAft>
              <a:buClr>
                <a:srgbClr val="000000"/>
              </a:buClr>
              <a:buSzPts val="1800"/>
              <a:buFont typeface="Libre Baskerville"/>
              <a:buChar char="»"/>
              <a:defRPr/>
            </a:lvl5pPr>
            <a:lvl6pPr indent="-228600" lvl="5" marL="2743200" rtl="0" algn="l">
              <a:lnSpc>
                <a:spcPct val="100000"/>
              </a:lnSpc>
              <a:spcBef>
                <a:spcPts val="0"/>
              </a:spcBef>
              <a:spcAft>
                <a:spcPts val="0"/>
              </a:spcAft>
              <a:buClr>
                <a:srgbClr val="000000"/>
              </a:buClr>
              <a:buSzPts val="1800"/>
              <a:buFont typeface="Libre Baskerville"/>
              <a:buNone/>
              <a:defRPr/>
            </a:lvl6pPr>
            <a:lvl7pPr indent="-228600" lvl="6" marL="3200400" rtl="0" algn="l">
              <a:lnSpc>
                <a:spcPct val="100000"/>
              </a:lnSpc>
              <a:spcBef>
                <a:spcPts val="0"/>
              </a:spcBef>
              <a:spcAft>
                <a:spcPts val="0"/>
              </a:spcAft>
              <a:buClr>
                <a:srgbClr val="000000"/>
              </a:buClr>
              <a:buSzPts val="1800"/>
              <a:buFont typeface="Libre Baskerville"/>
              <a:buNone/>
              <a:defRPr/>
            </a:lvl7pPr>
            <a:lvl8pPr indent="-228600" lvl="7" marL="3657600" rtl="0" algn="l">
              <a:lnSpc>
                <a:spcPct val="100000"/>
              </a:lnSpc>
              <a:spcBef>
                <a:spcPts val="0"/>
              </a:spcBef>
              <a:spcAft>
                <a:spcPts val="0"/>
              </a:spcAft>
              <a:buClr>
                <a:srgbClr val="000000"/>
              </a:buClr>
              <a:buSzPts val="1800"/>
              <a:buFont typeface="Libre Baskerville"/>
              <a:buNone/>
              <a:defRPr/>
            </a:lvl8pPr>
            <a:lvl9pPr indent="-228600" lvl="8" marL="4114800" rtl="0" algn="l">
              <a:lnSpc>
                <a:spcPct val="100000"/>
              </a:lnSpc>
              <a:spcBef>
                <a:spcPts val="0"/>
              </a:spcBef>
              <a:spcAft>
                <a:spcPts val="0"/>
              </a:spcAft>
              <a:buClr>
                <a:srgbClr val="000000"/>
              </a:buClr>
              <a:buSzPts val="1800"/>
              <a:buFont typeface="Libre Baskerville"/>
              <a:buNone/>
              <a:defRPr/>
            </a:lvl9pPr>
          </a:lstStyle>
          <a:p/>
        </p:txBody>
      </p:sp>
      <p:sp>
        <p:nvSpPr>
          <p:cNvPr id="136" name="Google Shape;136;p17"/>
          <p:cNvSpPr txBox="1"/>
          <p:nvPr>
            <p:ph idx="3" type="body"/>
          </p:nvPr>
        </p:nvSpPr>
        <p:spPr>
          <a:xfrm>
            <a:off x="4800600" y="76200"/>
            <a:ext cx="3276600" cy="1016100"/>
          </a:xfrm>
          <a:prstGeom prst="rect">
            <a:avLst/>
          </a:prstGeom>
          <a:noFill/>
          <a:ln>
            <a:noFill/>
          </a:ln>
        </p:spPr>
        <p:txBody>
          <a:bodyPr anchorCtr="0" anchor="t" bIns="91425" lIns="91425" spcFirstLastPara="1" rIns="91425" wrap="square" tIns="91425">
            <a:noAutofit/>
          </a:bodyPr>
          <a:lstStyle>
            <a:lvl1pPr indent="-228600" lvl="0" marL="457200" rtl="0" algn="l">
              <a:spcBef>
                <a:spcPts val="0"/>
              </a:spcBef>
              <a:spcAft>
                <a:spcPts val="0"/>
              </a:spcAft>
              <a:buClr>
                <a:srgbClr val="000000"/>
              </a:buClr>
              <a:buSzPts val="1400"/>
              <a:buFont typeface="Arial"/>
              <a:buNone/>
              <a:defRPr/>
            </a:lvl1pPr>
            <a:lvl2pPr indent="-342900" lvl="1" marL="914400" rtl="0" algn="l">
              <a:spcBef>
                <a:spcPts val="0"/>
              </a:spcBef>
              <a:spcAft>
                <a:spcPts val="0"/>
              </a:spcAft>
              <a:buClr>
                <a:srgbClr val="000000"/>
              </a:buClr>
              <a:buSzPts val="1800"/>
              <a:buChar char="–"/>
              <a:defRPr/>
            </a:lvl2pPr>
            <a:lvl3pPr indent="-342900" lvl="2" marL="1371600" rtl="0" algn="l">
              <a:spcBef>
                <a:spcPts val="0"/>
              </a:spcBef>
              <a:spcAft>
                <a:spcPts val="0"/>
              </a:spcAft>
              <a:buClr>
                <a:srgbClr val="000000"/>
              </a:buClr>
              <a:buSzPts val="1800"/>
              <a:buChar char="•"/>
              <a:defRPr/>
            </a:lvl3pPr>
            <a:lvl4pPr indent="-342900" lvl="3" marL="1828800" rtl="0" algn="l">
              <a:spcBef>
                <a:spcPts val="0"/>
              </a:spcBef>
              <a:spcAft>
                <a:spcPts val="0"/>
              </a:spcAft>
              <a:buClr>
                <a:srgbClr val="000000"/>
              </a:buClr>
              <a:buSzPts val="1800"/>
              <a:buChar char="–"/>
              <a:defRPr/>
            </a:lvl4pPr>
            <a:lvl5pPr indent="-342900" lvl="4" marL="2286000" rtl="0" algn="l">
              <a:spcBef>
                <a:spcPts val="0"/>
              </a:spcBef>
              <a:spcAft>
                <a:spcPts val="0"/>
              </a:spcAft>
              <a:buClr>
                <a:srgbClr val="000000"/>
              </a:buClr>
              <a:buSzPts val="1800"/>
              <a:buFont typeface="Libre Baskerville"/>
              <a:buChar char="»"/>
              <a:defRPr/>
            </a:lvl5pPr>
            <a:lvl6pPr indent="-228600" lvl="5" marL="2743200" rtl="0" algn="l">
              <a:lnSpc>
                <a:spcPct val="100000"/>
              </a:lnSpc>
              <a:spcBef>
                <a:spcPts val="0"/>
              </a:spcBef>
              <a:spcAft>
                <a:spcPts val="0"/>
              </a:spcAft>
              <a:buClr>
                <a:srgbClr val="000000"/>
              </a:buClr>
              <a:buSzPts val="1800"/>
              <a:buFont typeface="Libre Baskerville"/>
              <a:buNone/>
              <a:defRPr/>
            </a:lvl6pPr>
            <a:lvl7pPr indent="-228600" lvl="6" marL="3200400" rtl="0" algn="l">
              <a:lnSpc>
                <a:spcPct val="100000"/>
              </a:lnSpc>
              <a:spcBef>
                <a:spcPts val="0"/>
              </a:spcBef>
              <a:spcAft>
                <a:spcPts val="0"/>
              </a:spcAft>
              <a:buClr>
                <a:srgbClr val="000000"/>
              </a:buClr>
              <a:buSzPts val="1800"/>
              <a:buFont typeface="Libre Baskerville"/>
              <a:buNone/>
              <a:defRPr/>
            </a:lvl7pPr>
            <a:lvl8pPr indent="-228600" lvl="7" marL="3657600" rtl="0" algn="l">
              <a:lnSpc>
                <a:spcPct val="100000"/>
              </a:lnSpc>
              <a:spcBef>
                <a:spcPts val="0"/>
              </a:spcBef>
              <a:spcAft>
                <a:spcPts val="0"/>
              </a:spcAft>
              <a:buClr>
                <a:srgbClr val="000000"/>
              </a:buClr>
              <a:buSzPts val="1800"/>
              <a:buFont typeface="Libre Baskerville"/>
              <a:buNone/>
              <a:defRPr/>
            </a:lvl8pPr>
            <a:lvl9pPr indent="-228600" lvl="8" marL="4114800" rtl="0" algn="l">
              <a:lnSpc>
                <a:spcPct val="100000"/>
              </a:lnSpc>
              <a:spcBef>
                <a:spcPts val="0"/>
              </a:spcBef>
              <a:spcAft>
                <a:spcPts val="0"/>
              </a:spcAft>
              <a:buClr>
                <a:srgbClr val="000000"/>
              </a:buClr>
              <a:buSzPts val="1800"/>
              <a:buFont typeface="Libre Baskerville"/>
              <a:buNone/>
              <a:defRPr/>
            </a:lvl9pPr>
          </a:lstStyle>
          <a:p/>
        </p:txBody>
      </p:sp>
      <p:sp>
        <p:nvSpPr>
          <p:cNvPr id="137" name="Google Shape;137;p17"/>
          <p:cNvSpPr txBox="1"/>
          <p:nvPr>
            <p:ph idx="10" type="dt"/>
          </p:nvPr>
        </p:nvSpPr>
        <p:spPr>
          <a:xfrm>
            <a:off x="7772401" y="6136218"/>
            <a:ext cx="766800" cy="3684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Clr>
                <a:schemeClr val="dk2"/>
              </a:buClr>
              <a:buSzPts val="1400"/>
              <a:buFont typeface="Libre Baskerville"/>
              <a:buNone/>
              <a:defRPr/>
            </a:lvl1pPr>
            <a:lvl2pPr lvl="1" rtl="0" algn="l">
              <a:spcBef>
                <a:spcPts val="0"/>
              </a:spcBef>
              <a:spcAft>
                <a:spcPts val="0"/>
              </a:spcAft>
              <a:buClr>
                <a:schemeClr val="dk1"/>
              </a:buClr>
              <a:buSzPts val="1400"/>
              <a:buFont typeface="Libre Baskerville"/>
              <a:buNone/>
              <a:defRPr/>
            </a:lvl2pPr>
            <a:lvl3pPr lvl="2" rtl="0" algn="l">
              <a:spcBef>
                <a:spcPts val="0"/>
              </a:spcBef>
              <a:spcAft>
                <a:spcPts val="0"/>
              </a:spcAft>
              <a:buClr>
                <a:schemeClr val="dk1"/>
              </a:buClr>
              <a:buSzPts val="1400"/>
              <a:buFont typeface="Libre Baskerville"/>
              <a:buNone/>
              <a:defRPr/>
            </a:lvl3pPr>
            <a:lvl4pPr lvl="3" rtl="0" algn="l">
              <a:spcBef>
                <a:spcPts val="0"/>
              </a:spcBef>
              <a:spcAft>
                <a:spcPts val="0"/>
              </a:spcAft>
              <a:buClr>
                <a:schemeClr val="dk1"/>
              </a:buClr>
              <a:buSzPts val="1400"/>
              <a:buFont typeface="Libre Baskerville"/>
              <a:buNone/>
              <a:defRPr/>
            </a:lvl4pPr>
            <a:lvl5pPr lvl="4" rtl="0" algn="l">
              <a:spcBef>
                <a:spcPts val="0"/>
              </a:spcBef>
              <a:spcAft>
                <a:spcPts val="0"/>
              </a:spcAft>
              <a:buClr>
                <a:schemeClr val="dk1"/>
              </a:buClr>
              <a:buSzPts val="1400"/>
              <a:buFont typeface="Libre Baskerville"/>
              <a:buNone/>
              <a:defRPr/>
            </a:lvl5pPr>
            <a:lvl6pPr lvl="5" rtl="0" algn="l">
              <a:spcBef>
                <a:spcPts val="0"/>
              </a:spcBef>
              <a:spcAft>
                <a:spcPts val="0"/>
              </a:spcAft>
              <a:buClr>
                <a:schemeClr val="dk1"/>
              </a:buClr>
              <a:buSzPts val="1400"/>
              <a:buFont typeface="Libre Baskerville"/>
              <a:buNone/>
              <a:defRPr/>
            </a:lvl6pPr>
            <a:lvl7pPr lvl="6" rtl="0" algn="l">
              <a:spcBef>
                <a:spcPts val="0"/>
              </a:spcBef>
              <a:spcAft>
                <a:spcPts val="0"/>
              </a:spcAft>
              <a:buClr>
                <a:schemeClr val="dk1"/>
              </a:buClr>
              <a:buSzPts val="1400"/>
              <a:buFont typeface="Libre Baskerville"/>
              <a:buNone/>
              <a:defRPr/>
            </a:lvl7pPr>
            <a:lvl8pPr lvl="7" rtl="0" algn="l">
              <a:spcBef>
                <a:spcPts val="0"/>
              </a:spcBef>
              <a:spcAft>
                <a:spcPts val="0"/>
              </a:spcAft>
              <a:buClr>
                <a:schemeClr val="dk1"/>
              </a:buClr>
              <a:buSzPts val="1400"/>
              <a:buFont typeface="Libre Baskerville"/>
              <a:buNone/>
              <a:defRPr/>
            </a:lvl8pPr>
            <a:lvl9pPr lvl="8" rtl="0" algn="l">
              <a:spcBef>
                <a:spcPts val="0"/>
              </a:spcBef>
              <a:spcAft>
                <a:spcPts val="0"/>
              </a:spcAft>
              <a:buClr>
                <a:schemeClr val="dk1"/>
              </a:buClr>
              <a:buSzPts val="1400"/>
              <a:buFont typeface="Libre Baskerville"/>
              <a:buNone/>
              <a:defRPr/>
            </a:lvl9pPr>
          </a:lstStyle>
          <a:p/>
        </p:txBody>
      </p:sp>
      <p:sp>
        <p:nvSpPr>
          <p:cNvPr id="138" name="Google Shape;138;p1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Clr>
                <a:schemeClr val="dk2"/>
              </a:buClr>
              <a:buSzPts val="1400"/>
              <a:buFont typeface="Libre Baskerville"/>
              <a:buNone/>
              <a:defRPr/>
            </a:lvl1pPr>
            <a:lvl2pPr lvl="1" rtl="0" algn="l">
              <a:spcBef>
                <a:spcPts val="0"/>
              </a:spcBef>
              <a:spcAft>
                <a:spcPts val="0"/>
              </a:spcAft>
              <a:buClr>
                <a:schemeClr val="dk1"/>
              </a:buClr>
              <a:buSzPts val="1400"/>
              <a:buFont typeface="Libre Baskerville"/>
              <a:buNone/>
              <a:defRPr/>
            </a:lvl2pPr>
            <a:lvl3pPr lvl="2" rtl="0" algn="l">
              <a:spcBef>
                <a:spcPts val="0"/>
              </a:spcBef>
              <a:spcAft>
                <a:spcPts val="0"/>
              </a:spcAft>
              <a:buClr>
                <a:schemeClr val="dk1"/>
              </a:buClr>
              <a:buSzPts val="1400"/>
              <a:buFont typeface="Libre Baskerville"/>
              <a:buNone/>
              <a:defRPr/>
            </a:lvl3pPr>
            <a:lvl4pPr lvl="3" rtl="0" algn="l">
              <a:spcBef>
                <a:spcPts val="0"/>
              </a:spcBef>
              <a:spcAft>
                <a:spcPts val="0"/>
              </a:spcAft>
              <a:buClr>
                <a:schemeClr val="dk1"/>
              </a:buClr>
              <a:buSzPts val="1400"/>
              <a:buFont typeface="Libre Baskerville"/>
              <a:buNone/>
              <a:defRPr/>
            </a:lvl4pPr>
            <a:lvl5pPr lvl="4" rtl="0" algn="l">
              <a:spcBef>
                <a:spcPts val="0"/>
              </a:spcBef>
              <a:spcAft>
                <a:spcPts val="0"/>
              </a:spcAft>
              <a:buClr>
                <a:schemeClr val="dk1"/>
              </a:buClr>
              <a:buSzPts val="1400"/>
              <a:buFont typeface="Libre Baskerville"/>
              <a:buNone/>
              <a:defRPr/>
            </a:lvl5pPr>
            <a:lvl6pPr lvl="5" rtl="0" algn="l">
              <a:spcBef>
                <a:spcPts val="0"/>
              </a:spcBef>
              <a:spcAft>
                <a:spcPts val="0"/>
              </a:spcAft>
              <a:buClr>
                <a:schemeClr val="dk1"/>
              </a:buClr>
              <a:buSzPts val="1400"/>
              <a:buFont typeface="Libre Baskerville"/>
              <a:buNone/>
              <a:defRPr/>
            </a:lvl6pPr>
            <a:lvl7pPr lvl="6" rtl="0" algn="l">
              <a:spcBef>
                <a:spcPts val="0"/>
              </a:spcBef>
              <a:spcAft>
                <a:spcPts val="0"/>
              </a:spcAft>
              <a:buClr>
                <a:schemeClr val="dk1"/>
              </a:buClr>
              <a:buSzPts val="1400"/>
              <a:buFont typeface="Libre Baskerville"/>
              <a:buNone/>
              <a:defRPr/>
            </a:lvl7pPr>
            <a:lvl8pPr lvl="7" rtl="0" algn="l">
              <a:spcBef>
                <a:spcPts val="0"/>
              </a:spcBef>
              <a:spcAft>
                <a:spcPts val="0"/>
              </a:spcAft>
              <a:buClr>
                <a:schemeClr val="dk1"/>
              </a:buClr>
              <a:buSzPts val="1400"/>
              <a:buFont typeface="Libre Baskerville"/>
              <a:buNone/>
              <a:defRPr/>
            </a:lvl8pPr>
            <a:lvl9pPr lvl="8" rtl="0" algn="l">
              <a:spcBef>
                <a:spcPts val="0"/>
              </a:spcBef>
              <a:spcAft>
                <a:spcPts val="0"/>
              </a:spcAft>
              <a:buClr>
                <a:schemeClr val="dk1"/>
              </a:buClr>
              <a:buSzPts val="1400"/>
              <a:buFont typeface="Libre Baskerville"/>
              <a:buNone/>
              <a:defRPr/>
            </a:lvl9pPr>
          </a:lstStyle>
          <a:p/>
        </p:txBody>
      </p:sp>
      <p:sp>
        <p:nvSpPr>
          <p:cNvPr id="139" name="Google Shape;139;p17"/>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2" name="Google Shape;142;p1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 name="Google Shape;143;p1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4997" ty="0" sy="54997"/>
        </a:blipFill>
      </p:bgPr>
    </p:bg>
    <p:spTree>
      <p:nvGrpSpPr>
        <p:cNvPr id="144" name="Shape 144"/>
        <p:cNvGrpSpPr/>
        <p:nvPr/>
      </p:nvGrpSpPr>
      <p:grpSpPr>
        <a:xfrm>
          <a:off x="0" y="0"/>
          <a:ext cx="0" cy="0"/>
          <a:chOff x="0" y="0"/>
          <a:chExt cx="0" cy="0"/>
        </a:xfrm>
      </p:grpSpPr>
      <p:sp>
        <p:nvSpPr>
          <p:cNvPr id="145" name="Google Shape;145;p19"/>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46" name="Google Shape;146;p19"/>
          <p:cNvSpPr/>
          <p:nvPr/>
        </p:nvSpPr>
        <p:spPr>
          <a:xfrm>
            <a:off x="65313" y="69755"/>
            <a:ext cx="9013500" cy="6692100"/>
          </a:xfrm>
          <a:prstGeom prst="roundRect">
            <a:avLst>
              <a:gd fmla="val 4929" name="adj"/>
            </a:avLst>
          </a:prstGeom>
          <a:blipFill rotWithShape="1">
            <a:blip r:embed="rId2">
              <a:alphaModFix/>
            </a:blip>
            <a:tile algn="tl" flip="none" tx="0" sx="54997" ty="0" sy="54997"/>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47" name="Google Shape;147;p19"/>
          <p:cNvSpPr txBox="1"/>
          <p:nvPr>
            <p:ph type="title"/>
          </p:nvPr>
        </p:nvSpPr>
        <p:spPr>
          <a:xfrm>
            <a:off x="722313" y="952500"/>
            <a:ext cx="7772400" cy="1362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4000"/>
              <a:buFont typeface="Libre Franklin"/>
              <a:buNone/>
              <a:defRPr b="0" sz="4000"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8" name="Google Shape;148;p19"/>
          <p:cNvSpPr txBox="1"/>
          <p:nvPr>
            <p:ph idx="1" type="body"/>
          </p:nvPr>
        </p:nvSpPr>
        <p:spPr>
          <a:xfrm>
            <a:off x="722313" y="2547938"/>
            <a:ext cx="7772400" cy="1338300"/>
          </a:xfrm>
          <a:prstGeom prst="rect">
            <a:avLst/>
          </a:prstGeom>
          <a:noFill/>
          <a:ln>
            <a:noFill/>
          </a:ln>
        </p:spPr>
        <p:txBody>
          <a:bodyPr anchorCtr="0" anchor="t" bIns="45700" lIns="91425" spcFirstLastPara="1" rIns="91425" wrap="square" tIns="45700">
            <a:normAutofit/>
          </a:bodyPr>
          <a:lstStyle>
            <a:lvl1pPr indent="-228600" lvl="0" marL="457200" rtl="0" algn="l">
              <a:spcBef>
                <a:spcPts val="580"/>
              </a:spcBef>
              <a:spcAft>
                <a:spcPts val="0"/>
              </a:spcAft>
              <a:buSzPts val="2040"/>
              <a:buNone/>
              <a:defRPr sz="2400">
                <a:solidFill>
                  <a:srgbClr val="888888"/>
                </a:solidFill>
              </a:defRPr>
            </a:lvl1pPr>
            <a:lvl2pPr indent="-228600" lvl="1" marL="914400" rtl="0" algn="l">
              <a:spcBef>
                <a:spcPts val="370"/>
              </a:spcBef>
              <a:spcAft>
                <a:spcPts val="0"/>
              </a:spcAft>
              <a:buSzPts val="1530"/>
              <a:buNone/>
              <a:defRPr sz="1800">
                <a:solidFill>
                  <a:srgbClr val="888888"/>
                </a:solidFill>
              </a:defRPr>
            </a:lvl2pPr>
            <a:lvl3pPr indent="-228600" lvl="2" marL="1371600" rtl="0" algn="l">
              <a:spcBef>
                <a:spcPts val="370"/>
              </a:spcBef>
              <a:spcAft>
                <a:spcPts val="0"/>
              </a:spcAft>
              <a:buSzPts val="1360"/>
              <a:buNone/>
              <a:defRPr sz="1600">
                <a:solidFill>
                  <a:srgbClr val="888888"/>
                </a:solidFill>
              </a:defRPr>
            </a:lvl3pPr>
            <a:lvl4pPr indent="-228600" lvl="3" marL="1828800" rtl="0" algn="l">
              <a:spcBef>
                <a:spcPts val="370"/>
              </a:spcBef>
              <a:spcAft>
                <a:spcPts val="0"/>
              </a:spcAft>
              <a:buSzPts val="1120"/>
              <a:buNone/>
              <a:defRPr sz="1400">
                <a:solidFill>
                  <a:srgbClr val="888888"/>
                </a:solidFill>
              </a:defRPr>
            </a:lvl4pPr>
            <a:lvl5pPr indent="-228600" lvl="4" marL="2286000" rtl="0" algn="l">
              <a:spcBef>
                <a:spcPts val="370"/>
              </a:spcBef>
              <a:spcAft>
                <a:spcPts val="0"/>
              </a:spcAft>
              <a:buSzPts val="1400"/>
              <a:buFont typeface="Libre Baskerville"/>
              <a:buNone/>
              <a:defRPr sz="1400">
                <a:solidFill>
                  <a:srgbClr val="888888"/>
                </a:solidFill>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49" name="Google Shape;149;p1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0" name="Google Shape;150;p19"/>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1" name="Google Shape;151;p19"/>
          <p:cNvSpPr/>
          <p:nvPr/>
        </p:nvSpPr>
        <p:spPr>
          <a:xfrm flipH="1" rot="10800000">
            <a:off x="69412" y="2376770"/>
            <a:ext cx="9013500" cy="91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52" name="Google Shape;152;p19"/>
          <p:cNvSpPr/>
          <p:nvPr/>
        </p:nvSpPr>
        <p:spPr>
          <a:xfrm>
            <a:off x="69146" y="2341475"/>
            <a:ext cx="9013800" cy="4560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53" name="Google Shape;153;p19"/>
          <p:cNvSpPr/>
          <p:nvPr/>
        </p:nvSpPr>
        <p:spPr>
          <a:xfrm>
            <a:off x="68306" y="2468880"/>
            <a:ext cx="9014700" cy="456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54" name="Google Shape;154;p19"/>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5" name="Shape 155"/>
        <p:cNvGrpSpPr/>
        <p:nvPr/>
      </p:nvGrpSpPr>
      <p:grpSpPr>
        <a:xfrm>
          <a:off x="0" y="0"/>
          <a:ext cx="0" cy="0"/>
          <a:chOff x="0" y="0"/>
          <a:chExt cx="0" cy="0"/>
        </a:xfrm>
      </p:grpSpPr>
      <p:sp>
        <p:nvSpPr>
          <p:cNvPr id="156" name="Google Shape;156;p2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7" name="Google Shape;157;p2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8" name="Google Shape;158;p2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9" name="Google Shape;159;p2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60" name="Google Shape;160;p20"/>
          <p:cNvSpPr txBox="1"/>
          <p:nvPr>
            <p:ph idx="1" type="body"/>
          </p:nvPr>
        </p:nvSpPr>
        <p:spPr>
          <a:xfrm>
            <a:off x="914400" y="1447800"/>
            <a:ext cx="3749100" cy="45720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61" name="Google Shape;161;p20"/>
          <p:cNvSpPr txBox="1"/>
          <p:nvPr>
            <p:ph idx="2" type="body"/>
          </p:nvPr>
        </p:nvSpPr>
        <p:spPr>
          <a:xfrm>
            <a:off x="4933950" y="1447800"/>
            <a:ext cx="3749100" cy="45720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2" name="Shape 162"/>
        <p:cNvGrpSpPr/>
        <p:nvPr/>
      </p:nvGrpSpPr>
      <p:grpSpPr>
        <a:xfrm>
          <a:off x="0" y="0"/>
          <a:ext cx="0" cy="0"/>
          <a:chOff x="0" y="0"/>
          <a:chExt cx="0" cy="0"/>
        </a:xfrm>
      </p:grpSpPr>
      <p:sp>
        <p:nvSpPr>
          <p:cNvPr id="163" name="Google Shape;163;p21"/>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4000"/>
              <a:buFont typeface="Libre Franklin"/>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4" name="Google Shape;164;p21"/>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rtl="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rtl="0" algn="l">
              <a:spcBef>
                <a:spcPts val="370"/>
              </a:spcBef>
              <a:spcAft>
                <a:spcPts val="0"/>
              </a:spcAft>
              <a:buSzPts val="1700"/>
              <a:buNone/>
              <a:defRPr b="1" sz="2000"/>
            </a:lvl2pPr>
            <a:lvl3pPr indent="-228600" lvl="2" marL="1371600" rtl="0" algn="l">
              <a:spcBef>
                <a:spcPts val="370"/>
              </a:spcBef>
              <a:spcAft>
                <a:spcPts val="0"/>
              </a:spcAft>
              <a:buSzPts val="1530"/>
              <a:buNone/>
              <a:defRPr b="1" sz="1800"/>
            </a:lvl3pPr>
            <a:lvl4pPr indent="-228600" lvl="3" marL="1828800" rtl="0" algn="l">
              <a:spcBef>
                <a:spcPts val="370"/>
              </a:spcBef>
              <a:spcAft>
                <a:spcPts val="0"/>
              </a:spcAft>
              <a:buSzPts val="1280"/>
              <a:buNone/>
              <a:defRPr b="1" sz="1600"/>
            </a:lvl4pPr>
            <a:lvl5pPr indent="-228600" lvl="4" marL="2286000" rtl="0" algn="l">
              <a:spcBef>
                <a:spcPts val="370"/>
              </a:spcBef>
              <a:spcAft>
                <a:spcPts val="0"/>
              </a:spcAft>
              <a:buSzPts val="1600"/>
              <a:buFont typeface="Libre Baskerville"/>
              <a:buNone/>
              <a:defRPr b="1" sz="1600"/>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65" name="Google Shape;165;p21"/>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rtl="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rtl="0" algn="l">
              <a:spcBef>
                <a:spcPts val="370"/>
              </a:spcBef>
              <a:spcAft>
                <a:spcPts val="0"/>
              </a:spcAft>
              <a:buSzPts val="1700"/>
              <a:buNone/>
              <a:defRPr b="1" sz="2000"/>
            </a:lvl2pPr>
            <a:lvl3pPr indent="-228600" lvl="2" marL="1371600" rtl="0" algn="l">
              <a:spcBef>
                <a:spcPts val="370"/>
              </a:spcBef>
              <a:spcAft>
                <a:spcPts val="0"/>
              </a:spcAft>
              <a:buSzPts val="1530"/>
              <a:buNone/>
              <a:defRPr b="1" sz="1800"/>
            </a:lvl3pPr>
            <a:lvl4pPr indent="-228600" lvl="3" marL="1828800" rtl="0" algn="l">
              <a:spcBef>
                <a:spcPts val="370"/>
              </a:spcBef>
              <a:spcAft>
                <a:spcPts val="0"/>
              </a:spcAft>
              <a:buSzPts val="1280"/>
              <a:buNone/>
              <a:defRPr b="1" sz="1600"/>
            </a:lvl4pPr>
            <a:lvl5pPr indent="-228600" lvl="4" marL="2286000" rtl="0" algn="l">
              <a:spcBef>
                <a:spcPts val="370"/>
              </a:spcBef>
              <a:spcAft>
                <a:spcPts val="0"/>
              </a:spcAft>
              <a:buSzPts val="1600"/>
              <a:buFont typeface="Libre Baskerville"/>
              <a:buNone/>
              <a:defRPr b="1" sz="1600"/>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66" name="Google Shape;166;p2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7" name="Google Shape;167;p2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8" name="Google Shape;168;p2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69" name="Google Shape;169;p21"/>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70" name="Google Shape;170;p21"/>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2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3" name="Google Shape;173;p2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74" name="Google Shape;174;p2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75" name="Google Shape;175;p2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6" name="Shape 176"/>
        <p:cNvGrpSpPr/>
        <p:nvPr/>
      </p:nvGrpSpPr>
      <p:grpSpPr>
        <a:xfrm>
          <a:off x="0" y="0"/>
          <a:ext cx="0" cy="0"/>
          <a:chOff x="0" y="0"/>
          <a:chExt cx="0" cy="0"/>
        </a:xfrm>
      </p:grpSpPr>
      <p:sp>
        <p:nvSpPr>
          <p:cNvPr id="177" name="Google Shape;177;p23"/>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78" name="Google Shape;178;p23"/>
          <p:cNvSpPr/>
          <p:nvPr/>
        </p:nvSpPr>
        <p:spPr>
          <a:xfrm>
            <a:off x="64008" y="69755"/>
            <a:ext cx="9013500" cy="66933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79" name="Google Shape;179;p23"/>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4000"/>
              <a:buFont typeface="Libre Franklin"/>
              <a:buNone/>
              <a:defRPr b="0" sz="4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0" name="Google Shape;180;p23"/>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rtl="0" algn="l">
              <a:spcBef>
                <a:spcPts val="580"/>
              </a:spcBef>
              <a:spcAft>
                <a:spcPts val="0"/>
              </a:spcAft>
              <a:buSzPts val="1530"/>
              <a:buNone/>
              <a:defRPr sz="1800"/>
            </a:lvl1pPr>
            <a:lvl2pPr indent="-228600" lvl="1" marL="914400" rtl="0" algn="l">
              <a:spcBef>
                <a:spcPts val="370"/>
              </a:spcBef>
              <a:spcAft>
                <a:spcPts val="0"/>
              </a:spcAft>
              <a:buSzPts val="1020"/>
              <a:buNone/>
              <a:defRPr sz="1200"/>
            </a:lvl2pPr>
            <a:lvl3pPr indent="-228600" lvl="2" marL="1371600" rtl="0" algn="l">
              <a:spcBef>
                <a:spcPts val="370"/>
              </a:spcBef>
              <a:spcAft>
                <a:spcPts val="0"/>
              </a:spcAft>
              <a:buSzPts val="850"/>
              <a:buNone/>
              <a:defRPr sz="1000"/>
            </a:lvl3pPr>
            <a:lvl4pPr indent="-228600" lvl="3" marL="1828800" rtl="0" algn="l">
              <a:spcBef>
                <a:spcPts val="370"/>
              </a:spcBef>
              <a:spcAft>
                <a:spcPts val="0"/>
              </a:spcAft>
              <a:buSzPts val="720"/>
              <a:buNone/>
              <a:defRPr sz="900"/>
            </a:lvl4pPr>
            <a:lvl5pPr indent="-228600" lvl="4" marL="2286000" rtl="0" algn="l">
              <a:spcBef>
                <a:spcPts val="370"/>
              </a:spcBef>
              <a:spcAft>
                <a:spcPts val="0"/>
              </a:spcAft>
              <a:buSzPts val="900"/>
              <a:buFont typeface="Libre Baskerville"/>
              <a:buNone/>
              <a:defRPr sz="900"/>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81" name="Google Shape;181;p2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82" name="Google Shape;182;p2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83" name="Google Shape;183;p2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84" name="Google Shape;184;p23"/>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5" name="Shape 185"/>
        <p:cNvGrpSpPr/>
        <p:nvPr/>
      </p:nvGrpSpPr>
      <p:grpSpPr>
        <a:xfrm>
          <a:off x="0" y="0"/>
          <a:ext cx="0" cy="0"/>
          <a:chOff x="0" y="0"/>
          <a:chExt cx="0" cy="0"/>
        </a:xfrm>
      </p:grpSpPr>
      <p:sp>
        <p:nvSpPr>
          <p:cNvPr id="186" name="Google Shape;186;p24"/>
          <p:cNvSpPr txBox="1"/>
          <p:nvPr>
            <p:ph type="title"/>
          </p:nvPr>
        </p:nvSpPr>
        <p:spPr>
          <a:xfrm>
            <a:off x="914400" y="4900550"/>
            <a:ext cx="7315200" cy="522300"/>
          </a:xfrm>
          <a:prstGeom prst="rect">
            <a:avLst/>
          </a:prstGeom>
          <a:noFill/>
          <a:ln>
            <a:noFill/>
          </a:ln>
        </p:spPr>
        <p:txBody>
          <a:bodyPr anchorCtr="0" anchor="ctr" bIns="91425" lIns="91425" spcFirstLastPara="1" rIns="91425" wrap="square" tIns="45700">
            <a:noAutofit/>
          </a:bodyPr>
          <a:lstStyle>
            <a:lvl1pPr lvl="0" rtl="0" algn="l">
              <a:spcBef>
                <a:spcPts val="0"/>
              </a:spcBef>
              <a:spcAft>
                <a:spcPts val="0"/>
              </a:spcAft>
              <a:buClr>
                <a:schemeClr val="dk2"/>
              </a:buClr>
              <a:buSzPts val="2800"/>
              <a:buFont typeface="Libre Franklin"/>
              <a:buNone/>
              <a:defRPr b="0" sz="2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7" name="Google Shape;187;p24"/>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rtl="0" algn="l">
              <a:spcBef>
                <a:spcPts val="580"/>
              </a:spcBef>
              <a:spcAft>
                <a:spcPts val="0"/>
              </a:spcAft>
              <a:buSzPts val="1360"/>
              <a:buFont typeface="Libre Baskerville"/>
              <a:buNone/>
              <a:defRPr sz="1600"/>
            </a:lvl1pPr>
            <a:lvl2pPr indent="-293369" lvl="1" marL="914400" rtl="0" algn="l">
              <a:spcBef>
                <a:spcPts val="370"/>
              </a:spcBef>
              <a:spcAft>
                <a:spcPts val="0"/>
              </a:spcAft>
              <a:buSzPts val="1020"/>
              <a:buChar char="⚫"/>
              <a:defRPr sz="1200"/>
            </a:lvl2pPr>
            <a:lvl3pPr indent="-282575" lvl="2" marL="1371600" rtl="0" algn="l">
              <a:spcBef>
                <a:spcPts val="370"/>
              </a:spcBef>
              <a:spcAft>
                <a:spcPts val="0"/>
              </a:spcAft>
              <a:buSzPts val="850"/>
              <a:buChar char="⚫"/>
              <a:defRPr sz="1000"/>
            </a:lvl3pPr>
            <a:lvl4pPr indent="-274319" lvl="3" marL="1828800" rtl="0" algn="l">
              <a:spcBef>
                <a:spcPts val="370"/>
              </a:spcBef>
              <a:spcAft>
                <a:spcPts val="0"/>
              </a:spcAft>
              <a:buSzPts val="720"/>
              <a:buChar char="⚫"/>
              <a:defRPr sz="900"/>
            </a:lvl4pPr>
            <a:lvl5pPr indent="-285750" lvl="4" marL="2286000" rtl="0" algn="l">
              <a:spcBef>
                <a:spcPts val="370"/>
              </a:spcBef>
              <a:spcAft>
                <a:spcPts val="0"/>
              </a:spcAft>
              <a:buSzPts val="900"/>
              <a:buFont typeface="Libre Baskerville"/>
              <a:buChar char="o"/>
              <a:defRPr sz="900"/>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88" name="Google Shape;188;p2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89" name="Google Shape;189;p24"/>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0" name="Google Shape;190;p24"/>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91" name="Google Shape;191;p24"/>
          <p:cNvSpPr/>
          <p:nvPr/>
        </p:nvSpPr>
        <p:spPr>
          <a:xfrm flipH="1" rot="10800000">
            <a:off x="68307" y="4683495"/>
            <a:ext cx="9006900" cy="91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92" name="Google Shape;192;p24"/>
          <p:cNvSpPr/>
          <p:nvPr/>
        </p:nvSpPr>
        <p:spPr>
          <a:xfrm>
            <a:off x="68508" y="4650474"/>
            <a:ext cx="9006600" cy="4560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93" name="Google Shape;193;p24"/>
          <p:cNvSpPr/>
          <p:nvPr/>
        </p:nvSpPr>
        <p:spPr>
          <a:xfrm>
            <a:off x="68510" y="4773224"/>
            <a:ext cx="9006600" cy="489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194" name="Google Shape;194;p24"/>
          <p:cNvSpPr/>
          <p:nvPr>
            <p:ph idx="2" type="pic"/>
          </p:nvPr>
        </p:nvSpPr>
        <p:spPr>
          <a:xfrm>
            <a:off x="68308" y="66675"/>
            <a:ext cx="9001800" cy="4581600"/>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5" name="Shape 195"/>
        <p:cNvGrpSpPr/>
        <p:nvPr/>
      </p:nvGrpSpPr>
      <p:grpSpPr>
        <a:xfrm>
          <a:off x="0" y="0"/>
          <a:ext cx="0" cy="0"/>
          <a:chOff x="0" y="0"/>
          <a:chExt cx="0" cy="0"/>
        </a:xfrm>
      </p:grpSpPr>
      <p:sp>
        <p:nvSpPr>
          <p:cNvPr id="196" name="Google Shape;196;p2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7" name="Google Shape;197;p25"/>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198" name="Google Shape;198;p2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9" name="Google Shape;199;p2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0" name="Google Shape;200;p2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1" name="Shape 201"/>
        <p:cNvGrpSpPr/>
        <p:nvPr/>
      </p:nvGrpSpPr>
      <p:grpSpPr>
        <a:xfrm>
          <a:off x="0" y="0"/>
          <a:ext cx="0" cy="0"/>
          <a:chOff x="0" y="0"/>
          <a:chExt cx="0" cy="0"/>
        </a:xfrm>
      </p:grpSpPr>
      <p:sp>
        <p:nvSpPr>
          <p:cNvPr id="202" name="Google Shape;202;p26"/>
          <p:cNvSpPr txBox="1"/>
          <p:nvPr>
            <p:ph type="title"/>
          </p:nvPr>
        </p:nvSpPr>
        <p:spPr>
          <a:xfrm rot="5400000">
            <a:off x="4709430" y="2194491"/>
            <a:ext cx="5851500" cy="2011800"/>
          </a:xfrm>
          <a:prstGeom prst="rect">
            <a:avLst/>
          </a:prstGeom>
          <a:noFill/>
          <a:ln>
            <a:noFill/>
          </a:ln>
        </p:spPr>
        <p:txBody>
          <a:bodyPr anchorCtr="0" anchor="b" bIns="91425" lIns="91425" spcFirstLastPara="1" rIns="91425" wrap="square" tIns="45700">
            <a:normAutofit/>
          </a:bodyPr>
          <a:lstStyle>
            <a:lvl1pPr lvl="0" rtl="0" algn="l">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3" name="Google Shape;203;p26"/>
          <p:cNvSpPr txBox="1"/>
          <p:nvPr>
            <p:ph idx="1" type="body"/>
          </p:nvPr>
        </p:nvSpPr>
        <p:spPr>
          <a:xfrm rot="5400000">
            <a:off x="769950" y="419090"/>
            <a:ext cx="5851500" cy="5562600"/>
          </a:xfrm>
          <a:prstGeom prst="rect">
            <a:avLst/>
          </a:prstGeom>
          <a:noFill/>
          <a:ln>
            <a:noFill/>
          </a:ln>
        </p:spPr>
        <p:txBody>
          <a:bodyPr anchorCtr="0" anchor="t" bIns="45700" lIns="91425" spcFirstLastPara="1" rIns="91425" wrap="square" tIns="45700">
            <a:normAutofit/>
          </a:bodyPr>
          <a:lstStyle>
            <a:lvl1pPr indent="-325755" lvl="0" marL="457200" rtl="0" algn="l">
              <a:spcBef>
                <a:spcPts val="580"/>
              </a:spcBef>
              <a:spcAft>
                <a:spcPts val="0"/>
              </a:spcAft>
              <a:buSzPts val="1530"/>
              <a:buChar char="⚫"/>
              <a:defRPr/>
            </a:lvl1pPr>
            <a:lvl2pPr indent="-325755" lvl="1" marL="914400" rtl="0" algn="l">
              <a:spcBef>
                <a:spcPts val="370"/>
              </a:spcBef>
              <a:spcAft>
                <a:spcPts val="0"/>
              </a:spcAft>
              <a:buSzPts val="1530"/>
              <a:buChar char="⚫"/>
              <a:defRPr/>
            </a:lvl2pPr>
            <a:lvl3pPr indent="-325755" lvl="2" marL="1371600" rtl="0" algn="l">
              <a:spcBef>
                <a:spcPts val="370"/>
              </a:spcBef>
              <a:spcAft>
                <a:spcPts val="0"/>
              </a:spcAft>
              <a:buSzPts val="1530"/>
              <a:buChar char="⚫"/>
              <a:defRPr/>
            </a:lvl3pPr>
            <a:lvl4pPr indent="-320039" lvl="3" marL="1828800" rtl="0" algn="l">
              <a:spcBef>
                <a:spcPts val="370"/>
              </a:spcBef>
              <a:spcAft>
                <a:spcPts val="0"/>
              </a:spcAft>
              <a:buSzPts val="1440"/>
              <a:buChar char="⚫"/>
              <a:defRPr/>
            </a:lvl4pPr>
            <a:lvl5pPr indent="-342900" lvl="4" marL="2286000" rtl="0" algn="l">
              <a:spcBef>
                <a:spcPts val="370"/>
              </a:spcBef>
              <a:spcAft>
                <a:spcPts val="0"/>
              </a:spcAft>
              <a:buSzPts val="1800"/>
              <a:buChar char="o"/>
              <a:defRPr/>
            </a:lvl5pPr>
            <a:lvl6pPr indent="-342900" lvl="5" marL="2743200" rtl="0" algn="l">
              <a:spcBef>
                <a:spcPts val="370"/>
              </a:spcBef>
              <a:spcAft>
                <a:spcPts val="0"/>
              </a:spcAft>
              <a:buSzPts val="1800"/>
              <a:buChar char="•"/>
              <a:defRPr/>
            </a:lvl6pPr>
            <a:lvl7pPr indent="-342900" lvl="6" marL="3200400" rtl="0" algn="l">
              <a:spcBef>
                <a:spcPts val="370"/>
              </a:spcBef>
              <a:spcAft>
                <a:spcPts val="0"/>
              </a:spcAft>
              <a:buSzPts val="1800"/>
              <a:buChar char="•"/>
              <a:defRPr/>
            </a:lvl7pPr>
            <a:lvl8pPr indent="-342900" lvl="7" marL="3657600" rtl="0" algn="l">
              <a:spcBef>
                <a:spcPts val="370"/>
              </a:spcBef>
              <a:spcAft>
                <a:spcPts val="0"/>
              </a:spcAft>
              <a:buSzPts val="1800"/>
              <a:buChar char="•"/>
              <a:defRPr/>
            </a:lvl8pPr>
            <a:lvl9pPr indent="-342900" lvl="8" marL="4114800" rtl="0" algn="l">
              <a:spcBef>
                <a:spcPts val="370"/>
              </a:spcBef>
              <a:spcAft>
                <a:spcPts val="0"/>
              </a:spcAft>
              <a:buSzPts val="1800"/>
              <a:buChar char="•"/>
              <a:defRPr/>
            </a:lvl9pPr>
          </a:lstStyle>
          <a:p/>
        </p:txBody>
      </p:sp>
      <p:sp>
        <p:nvSpPr>
          <p:cNvPr id="204" name="Google Shape;204;p2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5" name="Google Shape;205;p2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6" name="Google Shape;206;p26"/>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lnSpc>
                <a:spcPct val="100000"/>
              </a:lnSpc>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lnSpc>
                <a:spcPct val="100000"/>
              </a:lnSpc>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14"/>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0" name="Google Shape;110;p14"/>
          <p:cNvSpPr/>
          <p:nvPr/>
        </p:nvSpPr>
        <p:spPr>
          <a:xfrm>
            <a:off x="64008" y="69755"/>
            <a:ext cx="9013500" cy="66933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1" name="Google Shape;111;p1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2" name="Google Shape;112;p14"/>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13" name="Google Shape;113;p1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14" name="Google Shape;114;p1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15" name="Google Shape;115;p1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www.investopedia.com/terms/a/autoregressive.asp" TargetMode="External"/><Relationship Id="rId4" Type="http://schemas.openxmlformats.org/officeDocument/2006/relationships/hyperlink" Target="https://www.investopedia.com/terms/m/movingaverage.as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ctrTitle"/>
          </p:nvPr>
        </p:nvSpPr>
        <p:spPr>
          <a:xfrm>
            <a:off x="536925" y="1742980"/>
            <a:ext cx="8229600" cy="1470000"/>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chemeClr val="lt1"/>
              </a:buClr>
              <a:buSzPct val="100000"/>
              <a:buFont typeface="Libre Franklin"/>
              <a:buNone/>
            </a:pPr>
            <a:r>
              <a:rPr b="1" lang="en-US">
                <a:solidFill>
                  <a:schemeClr val="lt1"/>
                </a:solidFill>
              </a:rPr>
              <a:t>Air pollution monitoring, forecasting and controlling system</a:t>
            </a:r>
            <a:endParaRPr b="1">
              <a:solidFill>
                <a:schemeClr val="lt1"/>
              </a:solidFill>
            </a:endParaRPr>
          </a:p>
          <a:p>
            <a:pPr indent="0" lvl="0" marL="0" rtl="0" algn="ctr">
              <a:lnSpc>
                <a:spcPct val="100000"/>
              </a:lnSpc>
              <a:spcBef>
                <a:spcPts val="0"/>
              </a:spcBef>
              <a:spcAft>
                <a:spcPts val="0"/>
              </a:spcAft>
              <a:buClr>
                <a:srgbClr val="FFFFFF"/>
              </a:buClr>
              <a:buSzPct val="100000"/>
              <a:buFont typeface="Libre Franklin"/>
              <a:buNone/>
            </a:pPr>
            <a:r>
              <a:t/>
            </a:r>
            <a:endParaRPr/>
          </a:p>
        </p:txBody>
      </p:sp>
      <p:sp>
        <p:nvSpPr>
          <p:cNvPr id="212" name="Google Shape;212;p27"/>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00000"/>
              </a:lnSpc>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-2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lang="en-US" sz="2600">
                <a:solidFill>
                  <a:schemeClr val="dk2"/>
                </a:solidFill>
                <a:latin typeface="Libre Baskerville"/>
                <a:ea typeface="Libre Baskerville"/>
                <a:cs typeface="Libre Baskerville"/>
                <a:sym typeface="Libre Baskerville"/>
              </a:rPr>
              <a:t>SEE</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213" name="Google Shape;213;p27"/>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214" name="Google Shape;214;p27"/>
          <p:cNvSpPr/>
          <p:nvPr/>
        </p:nvSpPr>
        <p:spPr>
          <a:xfrm>
            <a:off x="179500" y="3074525"/>
            <a:ext cx="46656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rgbClr val="000000"/>
              </a:solidFill>
              <a:latin typeface="Libre Baskerville"/>
              <a:ea typeface="Libre Baskerville"/>
              <a:cs typeface="Libre Baskerville"/>
              <a:sym typeface="Libre Baskerville"/>
            </a:endParaRPr>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rgbClr val="000000"/>
              </a:solidFill>
              <a:latin typeface="Libre Baskerville"/>
              <a:ea typeface="Libre Baskerville"/>
              <a:cs typeface="Libre Baskerville"/>
              <a:sym typeface="Libre Baskerville"/>
            </a:endParaRPr>
          </a:p>
          <a:p>
            <a:pPr indent="0" lvl="0" marL="0" marR="0" rtl="0" algn="l">
              <a:lnSpc>
                <a:spcPct val="150000"/>
              </a:lnSpc>
              <a:spcBef>
                <a:spcPts val="0"/>
              </a:spcBef>
              <a:spcAft>
                <a:spcPts val="0"/>
              </a:spcAft>
              <a:buClr>
                <a:srgbClr val="000000"/>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F3F3F"/>
              </a:buClr>
              <a:buSzPts val="1800"/>
              <a:buFont typeface="Calibri"/>
              <a:buNone/>
            </a:pPr>
            <a:r>
              <a:rPr b="1" lang="en-US" sz="2000">
                <a:solidFill>
                  <a:srgbClr val="000000"/>
                </a:solidFill>
                <a:latin typeface="Calibri"/>
                <a:ea typeface="Calibri"/>
                <a:cs typeface="Calibri"/>
                <a:sym typeface="Calibri"/>
              </a:rPr>
              <a:t>Prateek M Gummaraju </a:t>
            </a:r>
            <a:r>
              <a:rPr b="1" i="0" lang="en-US" sz="2000" u="none" cap="none" strike="noStrike">
                <a:solidFill>
                  <a:srgbClr val="000000"/>
                </a:solidFill>
                <a:latin typeface="Calibri"/>
                <a:ea typeface="Calibri"/>
                <a:cs typeface="Calibri"/>
                <a:sym typeface="Calibri"/>
              </a:rPr>
              <a:t>(</a:t>
            </a:r>
            <a:r>
              <a:rPr b="1" lang="en-US" sz="2000">
                <a:solidFill>
                  <a:srgbClr val="000000"/>
                </a:solidFill>
                <a:latin typeface="Calibri"/>
                <a:ea typeface="Calibri"/>
                <a:cs typeface="Calibri"/>
                <a:sym typeface="Calibri"/>
              </a:rPr>
              <a:t>1BM19IS117</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lnSpc>
                <a:spcPct val="150000"/>
              </a:lnSpc>
              <a:spcBef>
                <a:spcPts val="0"/>
              </a:spcBef>
              <a:spcAft>
                <a:spcPts val="0"/>
              </a:spcAft>
              <a:buClr>
                <a:srgbClr val="3F3F3F"/>
              </a:buClr>
              <a:buSzPts val="1800"/>
              <a:buFont typeface="Calibri"/>
              <a:buNone/>
            </a:pPr>
            <a:r>
              <a:rPr b="1" lang="en-US" sz="2000">
                <a:solidFill>
                  <a:srgbClr val="000000"/>
                </a:solidFill>
                <a:latin typeface="Calibri"/>
                <a:ea typeface="Calibri"/>
                <a:cs typeface="Calibri"/>
                <a:sym typeface="Calibri"/>
              </a:rPr>
              <a:t>Ruchi Agarwal </a:t>
            </a:r>
            <a:r>
              <a:rPr b="1" i="0" lang="en-US" sz="2000" u="none" cap="none" strike="noStrike">
                <a:solidFill>
                  <a:srgbClr val="000000"/>
                </a:solidFill>
                <a:latin typeface="Calibri"/>
                <a:ea typeface="Calibri"/>
                <a:cs typeface="Calibri"/>
                <a:sym typeface="Calibri"/>
              </a:rPr>
              <a:t>(</a:t>
            </a:r>
            <a:r>
              <a:rPr b="1" lang="en-US" sz="2000">
                <a:solidFill>
                  <a:srgbClr val="000000"/>
                </a:solidFill>
                <a:latin typeface="Calibri"/>
                <a:ea typeface="Calibri"/>
                <a:cs typeface="Calibri"/>
                <a:sym typeface="Calibri"/>
              </a:rPr>
              <a:t>1BM19IS133</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lnSpc>
                <a:spcPct val="150000"/>
              </a:lnSpc>
              <a:spcBef>
                <a:spcPts val="0"/>
              </a:spcBef>
              <a:spcAft>
                <a:spcPts val="0"/>
              </a:spcAft>
              <a:buNone/>
            </a:pPr>
            <a:r>
              <a:rPr b="1" lang="en-US" sz="2000">
                <a:solidFill>
                  <a:srgbClr val="000000"/>
                </a:solidFill>
                <a:latin typeface="Calibri"/>
                <a:ea typeface="Calibri"/>
                <a:cs typeface="Calibri"/>
                <a:sym typeface="Calibri"/>
              </a:rPr>
              <a:t>Samartha S</a:t>
            </a:r>
            <a:r>
              <a:rPr b="1" i="0" lang="en-US" sz="2000" u="none" cap="none" strike="noStrike">
                <a:solidFill>
                  <a:srgbClr val="000000"/>
                </a:solidFill>
                <a:latin typeface="Calibri"/>
                <a:ea typeface="Calibri"/>
                <a:cs typeface="Calibri"/>
                <a:sym typeface="Calibri"/>
              </a:rPr>
              <a:t> (</a:t>
            </a:r>
            <a:r>
              <a:rPr b="1" lang="en-US" sz="2000">
                <a:solidFill>
                  <a:srgbClr val="000000"/>
                </a:solidFill>
                <a:latin typeface="Calibri"/>
                <a:ea typeface="Calibri"/>
                <a:cs typeface="Calibri"/>
                <a:sym typeface="Calibri"/>
              </a:rPr>
              <a:t>1BM19IS219</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spcBef>
                <a:spcPts val="0"/>
              </a:spcBef>
              <a:spcAft>
                <a:spcPts val="0"/>
              </a:spcAft>
              <a:buClr>
                <a:srgbClr val="000000"/>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
        <p:nvSpPr>
          <p:cNvPr id="215" name="Google Shape;215;p27"/>
          <p:cNvSpPr txBox="1"/>
          <p:nvPr/>
        </p:nvSpPr>
        <p:spPr>
          <a:xfrm>
            <a:off x="5652120" y="3212976"/>
            <a:ext cx="3024300" cy="194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34817"/>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rgbClr val="D34817"/>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rgbClr val="D34817"/>
              </a:buClr>
              <a:buSzPts val="1530"/>
              <a:buFont typeface="Noto Sans Symbols"/>
              <a:buNone/>
            </a:pPr>
            <a:r>
              <a:rPr b="1" lang="en-US" sz="1800"/>
              <a:t>Prof. Pallavi B</a:t>
            </a:r>
            <a:endParaRPr/>
          </a:p>
          <a:p>
            <a:pPr indent="0" lvl="0" marL="0" marR="0" rtl="0" algn="ctr">
              <a:spcBef>
                <a:spcPts val="580"/>
              </a:spcBef>
              <a:spcAft>
                <a:spcPts val="0"/>
              </a:spcAft>
              <a:buClr>
                <a:srgbClr val="D34817"/>
              </a:buClr>
              <a:buSzPts val="1530"/>
              <a:buFont typeface="Noto Sans Symbols"/>
              <a:buNone/>
            </a:pPr>
            <a:r>
              <a:rPr lang="en-US" sz="1800"/>
              <a:t>Assistant Professor</a:t>
            </a:r>
            <a:endParaRPr/>
          </a:p>
          <a:p>
            <a:pPr indent="0" lvl="0" marL="0" marR="0" rtl="0" algn="ctr">
              <a:spcBef>
                <a:spcPts val="580"/>
              </a:spcBef>
              <a:spcAft>
                <a:spcPts val="0"/>
              </a:spcAft>
              <a:buClr>
                <a:srgbClr val="D34817"/>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00000"/>
              <a:buFont typeface="Libre Franklin"/>
              <a:buNone/>
            </a:pPr>
            <a:r>
              <a:rPr lang="en-US"/>
              <a:t>Agenda</a:t>
            </a:r>
            <a:endParaRPr/>
          </a:p>
        </p:txBody>
      </p:sp>
      <p:sp>
        <p:nvSpPr>
          <p:cNvPr id="221" name="Google Shape;221;p28"/>
          <p:cNvSpPr txBox="1"/>
          <p:nvPr>
            <p:ph idx="1" type="body"/>
          </p:nvPr>
        </p:nvSpPr>
        <p:spPr>
          <a:xfrm>
            <a:off x="251527" y="980725"/>
            <a:ext cx="3748200" cy="5039100"/>
          </a:xfrm>
          <a:prstGeom prst="rect">
            <a:avLst/>
          </a:prstGeom>
          <a:noFill/>
          <a:ln>
            <a:noFill/>
          </a:ln>
        </p:spPr>
        <p:txBody>
          <a:bodyPr anchorCtr="0" anchor="t" bIns="45700" lIns="91425" spcFirstLastPara="1" rIns="91425" wrap="square" tIns="45700">
            <a:normAutofit fontScale="77500" lnSpcReduction="20000"/>
          </a:bodyPr>
          <a:lstStyle/>
          <a:p>
            <a:pPr indent="-207660" lvl="0" marL="274320" rtl="0" algn="l">
              <a:lnSpc>
                <a:spcPct val="100000"/>
              </a:lnSpc>
              <a:spcBef>
                <a:spcPts val="0"/>
              </a:spcBef>
              <a:spcAft>
                <a:spcPts val="0"/>
              </a:spcAft>
              <a:buSzPct val="85000"/>
              <a:buNone/>
            </a:pPr>
            <a:r>
              <a:t/>
            </a:r>
            <a:endParaRPr/>
          </a:p>
          <a:p>
            <a:pPr indent="-502527"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Introduction</a:t>
            </a:r>
            <a:endParaRPr sz="2800">
              <a:latin typeface="Times New Roman"/>
              <a:ea typeface="Times New Roman"/>
              <a:cs typeface="Times New Roman"/>
              <a:sym typeface="Times New Roman"/>
            </a:endParaRPr>
          </a:p>
          <a:p>
            <a:pPr indent="-523196" lvl="0" marL="457188" rtl="0" algn="l">
              <a:lnSpc>
                <a:spcPct val="150000"/>
              </a:lnSpc>
              <a:spcBef>
                <a:spcPts val="580"/>
              </a:spcBef>
              <a:spcAft>
                <a:spcPts val="0"/>
              </a:spcAft>
              <a:buSzPct val="100000"/>
              <a:buFont typeface="Times New Roman"/>
              <a:buChar char="⮚"/>
            </a:pPr>
            <a:r>
              <a:rPr lang="en-US" sz="2800">
                <a:latin typeface="Times New Roman"/>
                <a:ea typeface="Times New Roman"/>
                <a:cs typeface="Times New Roman"/>
                <a:sym typeface="Times New Roman"/>
              </a:rPr>
              <a:t>Problem Statement</a:t>
            </a:r>
            <a:endParaRPr sz="2800">
              <a:latin typeface="Times New Roman"/>
              <a:ea typeface="Times New Roman"/>
              <a:cs typeface="Times New Roman"/>
              <a:sym typeface="Times New Roman"/>
            </a:endParaRPr>
          </a:p>
          <a:p>
            <a:pPr indent="-523197" lvl="0" marL="457189" rtl="0" algn="l">
              <a:lnSpc>
                <a:spcPct val="150000"/>
              </a:lnSpc>
              <a:spcBef>
                <a:spcPts val="580"/>
              </a:spcBef>
              <a:spcAft>
                <a:spcPts val="0"/>
              </a:spcAft>
              <a:buSzPct val="100000"/>
              <a:buFont typeface="Times New Roman"/>
              <a:buChar char="⮚"/>
            </a:pPr>
            <a:r>
              <a:rPr lang="en-US" sz="2800">
                <a:latin typeface="Times New Roman"/>
                <a:ea typeface="Times New Roman"/>
                <a:cs typeface="Times New Roman"/>
                <a:sym typeface="Times New Roman"/>
              </a:rPr>
              <a:t>Motivation</a:t>
            </a:r>
            <a:endParaRPr sz="2800">
              <a:latin typeface="Times New Roman"/>
              <a:ea typeface="Times New Roman"/>
              <a:cs typeface="Times New Roman"/>
              <a:sym typeface="Times New Roman"/>
            </a:endParaRPr>
          </a:p>
          <a:p>
            <a:pPr indent="-502527"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Objectives</a:t>
            </a:r>
            <a:endParaRPr sz="2800">
              <a:latin typeface="Times New Roman"/>
              <a:ea typeface="Times New Roman"/>
              <a:cs typeface="Times New Roman"/>
              <a:sym typeface="Times New Roman"/>
            </a:endParaRPr>
          </a:p>
          <a:p>
            <a:pPr indent="-523196" lvl="0" marL="457188" rtl="0" algn="l">
              <a:lnSpc>
                <a:spcPct val="150000"/>
              </a:lnSpc>
              <a:spcBef>
                <a:spcPts val="580"/>
              </a:spcBef>
              <a:spcAft>
                <a:spcPts val="0"/>
              </a:spcAft>
              <a:buSzPct val="100000"/>
              <a:buFont typeface="Times New Roman"/>
              <a:buChar char="⮚"/>
            </a:pPr>
            <a:r>
              <a:rPr lang="en-US" sz="2800">
                <a:latin typeface="Times New Roman"/>
                <a:ea typeface="Times New Roman"/>
                <a:cs typeface="Times New Roman"/>
                <a:sym typeface="Times New Roman"/>
              </a:rPr>
              <a:t>Literature Survey</a:t>
            </a:r>
            <a:endParaRPr sz="2800">
              <a:latin typeface="Times New Roman"/>
              <a:ea typeface="Times New Roman"/>
              <a:cs typeface="Times New Roman"/>
              <a:sym typeface="Times New Roman"/>
            </a:endParaRPr>
          </a:p>
          <a:p>
            <a:pPr indent="-523197" lvl="0" marL="457189" rtl="0" algn="l">
              <a:lnSpc>
                <a:spcPct val="150000"/>
              </a:lnSpc>
              <a:spcBef>
                <a:spcPts val="580"/>
              </a:spcBef>
              <a:spcAft>
                <a:spcPts val="0"/>
              </a:spcAft>
              <a:buSzPct val="100000"/>
              <a:buFont typeface="Times New Roman"/>
              <a:buChar char="⮚"/>
            </a:pPr>
            <a:r>
              <a:rPr lang="en-US" sz="2800">
                <a:latin typeface="Times New Roman"/>
                <a:ea typeface="Times New Roman"/>
                <a:cs typeface="Times New Roman"/>
                <a:sym typeface="Times New Roman"/>
              </a:rPr>
              <a:t>Existing System</a:t>
            </a:r>
            <a:endParaRPr sz="2800">
              <a:latin typeface="Times New Roman"/>
              <a:ea typeface="Times New Roman"/>
              <a:cs typeface="Times New Roman"/>
              <a:sym typeface="Times New Roman"/>
            </a:endParaRPr>
          </a:p>
          <a:p>
            <a:pPr indent="-502528"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Proposed System</a:t>
            </a:r>
            <a:endParaRPr/>
          </a:p>
          <a:p>
            <a:pPr indent="-502528"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System Design</a:t>
            </a:r>
            <a:endParaRPr/>
          </a:p>
          <a:p>
            <a:pPr indent="-502527"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Methodology</a:t>
            </a:r>
            <a:endParaRPr sz="2800">
              <a:latin typeface="Times New Roman"/>
              <a:ea typeface="Times New Roman"/>
              <a:cs typeface="Times New Roman"/>
              <a:sym typeface="Times New Roman"/>
            </a:endParaRPr>
          </a:p>
        </p:txBody>
      </p:sp>
      <p:sp>
        <p:nvSpPr>
          <p:cNvPr id="222" name="Google Shape;222;p2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223" name="Google Shape;223;p2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224" name="Google Shape;224;p2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
        <p:nvSpPr>
          <p:cNvPr id="225" name="Google Shape;225;p28"/>
          <p:cNvSpPr txBox="1"/>
          <p:nvPr>
            <p:ph idx="1" type="body"/>
          </p:nvPr>
        </p:nvSpPr>
        <p:spPr>
          <a:xfrm>
            <a:off x="4876796" y="909450"/>
            <a:ext cx="2476500" cy="5039100"/>
          </a:xfrm>
          <a:prstGeom prst="rect">
            <a:avLst/>
          </a:prstGeom>
          <a:noFill/>
          <a:ln>
            <a:noFill/>
          </a:ln>
        </p:spPr>
        <p:txBody>
          <a:bodyPr anchorCtr="0" anchor="t" bIns="45700" lIns="91425" spcFirstLastPara="1" rIns="91425" wrap="square" tIns="45700">
            <a:normAutofit fontScale="70000"/>
          </a:bodyPr>
          <a:lstStyle/>
          <a:p>
            <a:pPr indent="0" lvl="0" marL="0" rtl="0" algn="l">
              <a:lnSpc>
                <a:spcPct val="150000"/>
              </a:lnSpc>
              <a:spcBef>
                <a:spcPts val="580"/>
              </a:spcBef>
              <a:spcAft>
                <a:spcPts val="0"/>
              </a:spcAft>
              <a:buNone/>
            </a:pPr>
            <a:r>
              <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Technology Stack</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Implementation</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Testing</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Results </a:t>
            </a:r>
            <a:endParaRPr sz="2800">
              <a:latin typeface="Times New Roman"/>
              <a:ea typeface="Times New Roman"/>
              <a:cs typeface="Times New Roman"/>
              <a:sym typeface="Times New Roman"/>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Conclusion</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Future Enhancement</a:t>
            </a:r>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Project Outcome</a:t>
            </a:r>
            <a:endParaRPr sz="2800">
              <a:latin typeface="Times New Roman"/>
              <a:ea typeface="Times New Roman"/>
              <a:cs typeface="Times New Roman"/>
              <a:sym typeface="Times New Roman"/>
            </a:endParaRPr>
          </a:p>
          <a:p>
            <a:pPr indent="-491192" lvl="0" marL="457188"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References</a:t>
            </a:r>
            <a:endParaRPr sz="2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idx="1" type="body"/>
          </p:nvPr>
        </p:nvSpPr>
        <p:spPr>
          <a:xfrm>
            <a:off x="1096964" y="404664"/>
            <a:ext cx="6909000" cy="6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b="1" lang="en-US"/>
              <a:t>Introduction</a:t>
            </a:r>
            <a:endParaRPr sz="3600">
              <a:solidFill>
                <a:schemeClr val="dk2"/>
              </a:solidFill>
              <a:latin typeface="Libre Franklin"/>
              <a:ea typeface="Libre Franklin"/>
              <a:cs typeface="Libre Franklin"/>
              <a:sym typeface="Libre Franklin"/>
            </a:endParaRPr>
          </a:p>
        </p:txBody>
      </p:sp>
      <p:sp>
        <p:nvSpPr>
          <p:cNvPr id="231" name="Google Shape;231;p29"/>
          <p:cNvSpPr txBox="1"/>
          <p:nvPr/>
        </p:nvSpPr>
        <p:spPr>
          <a:xfrm>
            <a:off x="812800" y="1013821"/>
            <a:ext cx="7263000" cy="641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Has severe effects on human health - Respiratory issues, lungs and heart problems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Offering a holistic approach to tackle the issue of air pollution by building a device that can monitor air pollution, predict future levels of pollution and also suggest precautionary actions and methods to reduce air pollution</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10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10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
        <p:nvSpPr>
          <p:cNvPr id="232" name="Google Shape;232;p2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233" name="Google Shape;233;p29"/>
          <p:cNvPicPr preferRelativeResize="0"/>
          <p:nvPr/>
        </p:nvPicPr>
        <p:blipFill>
          <a:blip r:embed="rId3">
            <a:alphaModFix/>
          </a:blip>
          <a:stretch>
            <a:fillRect/>
          </a:stretch>
        </p:blipFill>
        <p:spPr>
          <a:xfrm>
            <a:off x="2764975" y="3944850"/>
            <a:ext cx="6270174" cy="26083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idx="1" type="body"/>
          </p:nvPr>
        </p:nvSpPr>
        <p:spPr>
          <a:xfrm>
            <a:off x="1096964" y="404664"/>
            <a:ext cx="6909000" cy="609300"/>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Problem Statement</a:t>
            </a:r>
            <a:endParaRPr/>
          </a:p>
        </p:txBody>
      </p:sp>
      <p:sp>
        <p:nvSpPr>
          <p:cNvPr id="239" name="Google Shape;239;p30"/>
          <p:cNvSpPr txBox="1"/>
          <p:nvPr/>
        </p:nvSpPr>
        <p:spPr>
          <a:xfrm>
            <a:off x="79222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lnSpc>
                <a:spcPct val="150000"/>
              </a:lnSpc>
              <a:spcBef>
                <a:spcPts val="0"/>
              </a:spcBef>
              <a:spcAft>
                <a:spcPts val="100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To build an intelligent and automated device that has the ability to monitor, forecast and also control air pollution by leveraging booming technologies like IoT and Data Science</a:t>
            </a:r>
            <a:endParaRPr sz="2200">
              <a:solidFill>
                <a:schemeClr val="dk1"/>
              </a:solidFill>
              <a:latin typeface="Times New Roman"/>
              <a:ea typeface="Times New Roman"/>
              <a:cs typeface="Times New Roman"/>
              <a:sym typeface="Times New Roman"/>
            </a:endParaRPr>
          </a:p>
        </p:txBody>
      </p:sp>
      <p:sp>
        <p:nvSpPr>
          <p:cNvPr id="240" name="Google Shape;240;p3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41" name="Google Shape;241;p3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idx="1" type="body"/>
          </p:nvPr>
        </p:nvSpPr>
        <p:spPr>
          <a:xfrm>
            <a:off x="1096964" y="404664"/>
            <a:ext cx="6909000" cy="609300"/>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Motivation</a:t>
            </a:r>
            <a:endParaRPr/>
          </a:p>
        </p:txBody>
      </p:sp>
      <p:sp>
        <p:nvSpPr>
          <p:cNvPr id="247" name="Google Shape;247;p31"/>
          <p:cNvSpPr txBox="1"/>
          <p:nvPr/>
        </p:nvSpPr>
        <p:spPr>
          <a:xfrm>
            <a:off x="79222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Air pollution claims 7 million lives a year making it the most dangerous type of pollution</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No present technology that is implemented on a large scale in urban areas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effective mobile apps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awareness </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Demonstrate the possibility of a device to tackle to this problem which  is:</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Cost effective</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Compact</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Easy to use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Help Bengaluru remain the Garden City of India for many years to come</a:t>
            </a:r>
            <a:endParaRPr sz="1800">
              <a:solidFill>
                <a:schemeClr val="dk1"/>
              </a:solidFill>
              <a:latin typeface="Times New Roman"/>
              <a:ea typeface="Times New Roman"/>
              <a:cs typeface="Times New Roman"/>
              <a:sym typeface="Times New Roman"/>
            </a:endParaRPr>
          </a:p>
        </p:txBody>
      </p:sp>
      <p:sp>
        <p:nvSpPr>
          <p:cNvPr id="248" name="Google Shape;248;p31"/>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49" name="Google Shape;249;p31"/>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idx="1" type="body"/>
          </p:nvPr>
        </p:nvSpPr>
        <p:spPr>
          <a:xfrm>
            <a:off x="1098696" y="332656"/>
            <a:ext cx="70452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Objectives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255" name="Google Shape;255;p32"/>
          <p:cNvSpPr txBox="1"/>
          <p:nvPr/>
        </p:nvSpPr>
        <p:spPr>
          <a:xfrm>
            <a:off x="1000042" y="1479311"/>
            <a:ext cx="7045200" cy="42456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an IoT system to monitor Air Quality:</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 Monitor Concentrations of  different air pollutants</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 Measure AQI</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web application to display the real time findings.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analytics on the website, such as the maximum recommended limit and the current concentration.</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measures to improve Air Quality.</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precautionary measures. </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Bring about air pollution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256" name="Google Shape;256;p3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57" name="Google Shape;257;p3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idx="1" type="body"/>
          </p:nvPr>
        </p:nvSpPr>
        <p:spPr>
          <a:xfrm>
            <a:off x="1162692" y="178039"/>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Literature Survey</a:t>
            </a:r>
            <a:endParaRPr sz="3600">
              <a:solidFill>
                <a:schemeClr val="dk2"/>
              </a:solidFill>
              <a:latin typeface="Libre Franklin"/>
              <a:ea typeface="Libre Franklin"/>
              <a:cs typeface="Libre Franklin"/>
              <a:sym typeface="Libre Franklin"/>
            </a:endParaRPr>
          </a:p>
        </p:txBody>
      </p:sp>
      <p:graphicFrame>
        <p:nvGraphicFramePr>
          <p:cNvPr id="263" name="Google Shape;263;p33"/>
          <p:cNvGraphicFramePr/>
          <p:nvPr/>
        </p:nvGraphicFramePr>
        <p:xfrm>
          <a:off x="403425" y="842627"/>
          <a:ext cx="3000000" cy="3000000"/>
        </p:xfrm>
        <a:graphic>
          <a:graphicData uri="http://schemas.openxmlformats.org/drawingml/2006/table">
            <a:tbl>
              <a:tblPr bandRow="1" firstCol="1" firstRow="1">
                <a:noFill/>
                <a:tableStyleId>{CC87294A-CD0E-4CA4-9922-810895E37F80}</a:tableStyleId>
              </a:tblPr>
              <a:tblGrid>
                <a:gridCol w="751400"/>
                <a:gridCol w="2080750"/>
                <a:gridCol w="1812575"/>
                <a:gridCol w="1812575"/>
                <a:gridCol w="1879850"/>
              </a:tblGrid>
              <a:tr h="6324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736200">
                <a:tc>
                  <a:txBody>
                    <a:bodyPr/>
                    <a:lstStyle/>
                    <a:p>
                      <a:pPr indent="0" lvl="0" marL="0" marR="0" rtl="0" algn="ctr">
                        <a:lnSpc>
                          <a:spcPct val="115000"/>
                        </a:lnSpc>
                        <a:spcBef>
                          <a:spcPts val="0"/>
                        </a:spcBef>
                        <a:spcAft>
                          <a:spcPts val="0"/>
                        </a:spcAft>
                        <a:buNone/>
                      </a:pPr>
                      <a:r>
                        <a:rPr lang="en-US" sz="1100" u="none" cap="none" strike="noStrike"/>
                        <a:t>1</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 using IoT”</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predictions using IoT and sensors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system employs IoT in conjunction with the machine learning method known as Recurrent Neural Network, specifically Long Short Term Memory (LSTM), to focus on monitoring air contaminants .</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For predicting the LSTM is implemented. It has a quick convergence and reduces the training cycles with a good accuracy.</a:t>
                      </a:r>
                      <a:endParaRPr sz="1100" u="none" cap="none" strike="noStrike">
                        <a:latin typeface="Calibri"/>
                        <a:ea typeface="Calibri"/>
                        <a:cs typeface="Calibri"/>
                        <a:sym typeface="Calibri"/>
                      </a:endParaRPr>
                    </a:p>
                  </a:txBody>
                  <a:tcPr marT="0" marB="0" marR="68575" marL="68575"/>
                </a:tc>
              </a:tr>
              <a:tr h="972850">
                <a:tc>
                  <a:txBody>
                    <a:bodyPr/>
                    <a:lstStyle/>
                    <a:p>
                      <a:pPr indent="0" lvl="0" marL="0" marR="0" rtl="0" algn="ctr">
                        <a:lnSpc>
                          <a:spcPct val="115000"/>
                        </a:lnSpc>
                        <a:spcBef>
                          <a:spcPts val="0"/>
                        </a:spcBef>
                        <a:spcAft>
                          <a:spcPts val="0"/>
                        </a:spcAft>
                        <a:buNone/>
                      </a:pPr>
                      <a:r>
                        <a:rPr lang="en-US" sz="1100" u="none" cap="none" strike="noStrike"/>
                        <a:t>2</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 Using IoT and Machine Learning”</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forecasting using IoT and ML</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They put out a system that employs a number of sensors to measure the concentration of pollutants, and they created a number of ML models to project future pollution levels.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stacking ensemble model had the highest accuracy and lowest error rate of all the implemented ML models.</a:t>
                      </a:r>
                      <a:endParaRPr sz="1100" u="none" cap="none" strike="noStrike">
                        <a:latin typeface="Calibri"/>
                        <a:ea typeface="Calibri"/>
                        <a:cs typeface="Calibri"/>
                        <a:sym typeface="Calibri"/>
                      </a:endParaRPr>
                    </a:p>
                  </a:txBody>
                  <a:tcPr marT="0" marB="0" marR="68575" marL="68575"/>
                </a:tc>
              </a:tr>
              <a:tr h="1071800">
                <a:tc>
                  <a:txBody>
                    <a:bodyPr/>
                    <a:lstStyle/>
                    <a:p>
                      <a:pPr indent="0" lvl="0" marL="0" marR="0" rtl="0" algn="ctr">
                        <a:lnSpc>
                          <a:spcPct val="115000"/>
                        </a:lnSpc>
                        <a:spcBef>
                          <a:spcPts val="0"/>
                        </a:spcBef>
                        <a:spcAft>
                          <a:spcPts val="0"/>
                        </a:spcAft>
                        <a:buNone/>
                      </a:pPr>
                      <a:r>
                        <a:rPr lang="en-US" sz="1100" u="none" cap="none" strike="noStrike"/>
                        <a:t>3</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Monitoring And Prediction Using IOT And Machine Learning Approaches”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Monitoring And Prediction Using IOT And Machine Learning Approaches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In this study, arduino-based sensors were used to create an air quality monitoring system that could record parameters of the air quality before the sensors were calibrated to increase accuracy.</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overall accuracy of the device according to testing was 91%. It demonstrates an increase in accuracy of between 6% to 11%, demonstrating the beneficial effects of the study's calibration processes.</a:t>
                      </a:r>
                      <a:endParaRPr sz="1100" u="none" cap="none" strike="noStrike">
                        <a:latin typeface="Calibri"/>
                        <a:ea typeface="Calibri"/>
                        <a:cs typeface="Calibri"/>
                        <a:sym typeface="Calibri"/>
                      </a:endParaRPr>
                    </a:p>
                  </a:txBody>
                  <a:tcPr marT="0" marB="0" marR="68575" marL="68575"/>
                </a:tc>
              </a:tr>
            </a:tbl>
          </a:graphicData>
        </a:graphic>
      </p:graphicFrame>
      <p:sp>
        <p:nvSpPr>
          <p:cNvPr id="264" name="Google Shape;264;p33"/>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aphicFrame>
        <p:nvGraphicFramePr>
          <p:cNvPr id="269" name="Google Shape;269;p34"/>
          <p:cNvGraphicFramePr/>
          <p:nvPr/>
        </p:nvGraphicFramePr>
        <p:xfrm>
          <a:off x="185725" y="736454"/>
          <a:ext cx="3000000" cy="3000000"/>
        </p:xfrm>
        <a:graphic>
          <a:graphicData uri="http://schemas.openxmlformats.org/drawingml/2006/table">
            <a:tbl>
              <a:tblPr bandRow="1" firstCol="1" firstRow="1">
                <a:noFill/>
                <a:tableStyleId>{CC87294A-CD0E-4CA4-9922-810895E37F80}</a:tableStyleId>
              </a:tblPr>
              <a:tblGrid>
                <a:gridCol w="790650"/>
                <a:gridCol w="2189425"/>
                <a:gridCol w="1907225"/>
                <a:gridCol w="1907225"/>
                <a:gridCol w="1978025"/>
              </a:tblGrid>
              <a:tr h="7188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003425">
                <a:tc>
                  <a:txBody>
                    <a:bodyPr/>
                    <a:lstStyle/>
                    <a:p>
                      <a:pPr indent="0" lvl="0" marL="0" marR="0" rtl="0" algn="ctr">
                        <a:lnSpc>
                          <a:spcPct val="115000"/>
                        </a:lnSpc>
                        <a:spcBef>
                          <a:spcPts val="0"/>
                        </a:spcBef>
                        <a:spcAft>
                          <a:spcPts val="0"/>
                        </a:spcAft>
                        <a:buNone/>
                      </a:pPr>
                      <a:r>
                        <a:rPr lang="en-US" sz="1100"/>
                        <a:t>4</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 using Machine Learning Algorithms”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predictions using various Machine Learning Algorithms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Dataset from Kaggle and models used are AutoRegressive model and ARIMA</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Predicted the AQI of Maharashtra with an MSE of 166.358</a:t>
                      </a:r>
                      <a:endParaRPr sz="1100" u="none" cap="none" strike="noStrike">
                        <a:latin typeface="Calibri"/>
                        <a:ea typeface="Calibri"/>
                        <a:cs typeface="Calibri"/>
                        <a:sym typeface="Calibri"/>
                      </a:endParaRPr>
                    </a:p>
                  </a:txBody>
                  <a:tcPr marT="0" marB="0" marR="68575" marL="68575"/>
                </a:tc>
              </a:tr>
              <a:tr h="1489825">
                <a:tc>
                  <a:txBody>
                    <a:bodyPr/>
                    <a:lstStyle/>
                    <a:p>
                      <a:pPr indent="0" lvl="0" marL="0" marR="0" rtl="0" algn="ctr">
                        <a:lnSpc>
                          <a:spcPct val="115000"/>
                        </a:lnSpc>
                        <a:spcBef>
                          <a:spcPts val="0"/>
                        </a:spcBef>
                        <a:spcAft>
                          <a:spcPts val="0"/>
                        </a:spcAft>
                        <a:buNone/>
                      </a:pPr>
                      <a:r>
                        <a:rPr lang="en-US" sz="1100"/>
                        <a:t>5</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“Adaptive machine learning strategies for network calibration of IoT smart air quality monitoring devices”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Overcoming the limited accuracy of long term field deployment of AQMS. </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They have obtained results from different calibration update scenarios to overcome drift effects arising due to multi seasonal deployment of low cost AQMS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Results indicate the relevance of both update periods and amount of labelled samples in determining the final performances. Daily updates using a single hour of high accuracy data.</a:t>
                      </a:r>
                      <a:endParaRPr sz="1100" u="none" cap="none" strike="noStrike">
                        <a:latin typeface="Calibri"/>
                        <a:ea typeface="Calibri"/>
                        <a:cs typeface="Calibri"/>
                        <a:sym typeface="Calibri"/>
                      </a:endParaRPr>
                    </a:p>
                  </a:txBody>
                  <a:tcPr marT="0" marB="0" marR="68575" marL="68575"/>
                </a:tc>
              </a:tr>
              <a:tr h="1923575">
                <a:tc>
                  <a:txBody>
                    <a:bodyPr/>
                    <a:lstStyle/>
                    <a:p>
                      <a:pPr indent="0" lvl="0" marL="0" marR="0" rtl="0" algn="ctr">
                        <a:lnSpc>
                          <a:spcPct val="115000"/>
                        </a:lnSpc>
                        <a:spcBef>
                          <a:spcPts val="0"/>
                        </a:spcBef>
                        <a:spcAft>
                          <a:spcPts val="0"/>
                        </a:spcAft>
                        <a:buNone/>
                      </a:pPr>
                      <a:r>
                        <a:rPr lang="en-US" sz="1100"/>
                        <a:t>6</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 Big Data and Machine Learning Approaches”</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100">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Big Data and Machine Learning Approaches for Predicting Air Quality</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This research paper's objective is to examine various big-data and machine learning-based strategies for forecasting air quality. It has also contrasted big data-based models with already published research articles.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development of IoT infrastructures, big data technologies, and machine learning techniques has made it desirable for future smart cities to have real-time air quality monitoring and evaluation.</a:t>
                      </a:r>
                      <a:endParaRPr sz="1100" u="none" cap="none" strike="noStrike">
                        <a:latin typeface="Calibri"/>
                        <a:ea typeface="Calibri"/>
                        <a:cs typeface="Calibri"/>
                        <a:sym typeface="Calibri"/>
                      </a:endParaRPr>
                    </a:p>
                  </a:txBody>
                  <a:tcPr marT="0" marB="0" marR="68575" marL="68575"/>
                </a:tc>
              </a:tr>
            </a:tbl>
          </a:graphicData>
        </a:graphic>
      </p:graphicFrame>
      <p:sp>
        <p:nvSpPr>
          <p:cNvPr id="270" name="Google Shape;270;p3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71" name="Google Shape;271;p3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72" name="Google Shape;272;p3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Proposed System</a:t>
            </a:r>
            <a:endParaRPr sz="3600">
              <a:solidFill>
                <a:schemeClr val="dk2"/>
              </a:solidFill>
              <a:latin typeface="Libre Franklin"/>
              <a:ea typeface="Libre Franklin"/>
              <a:cs typeface="Libre Franklin"/>
              <a:sym typeface="Libre Franklin"/>
            </a:endParaRPr>
          </a:p>
        </p:txBody>
      </p:sp>
      <p:sp>
        <p:nvSpPr>
          <p:cNvPr id="278" name="Google Shape;278;p35"/>
          <p:cNvSpPr txBox="1"/>
          <p:nvPr>
            <p:ph idx="3" type="body"/>
          </p:nvPr>
        </p:nvSpPr>
        <p:spPr>
          <a:xfrm>
            <a:off x="742950" y="961200"/>
            <a:ext cx="7810500" cy="4935600"/>
          </a:xfrm>
          <a:prstGeom prst="rect">
            <a:avLst/>
          </a:prstGeom>
          <a:noFill/>
          <a:ln>
            <a:noFill/>
          </a:ln>
        </p:spPr>
        <p:txBody>
          <a:bodyPr anchorCtr="0" anchor="t" bIns="91425" lIns="91425" spcFirstLastPara="1" rIns="91425" wrap="square" tIns="91425">
            <a:noAutofit/>
          </a:bodyPr>
          <a:lstStyle/>
          <a:p>
            <a:pPr indent="-330200" lvl="0" marL="457200" rtl="0" algn="just">
              <a:lnSpc>
                <a:spcPct val="150000"/>
              </a:lnSpc>
              <a:spcBef>
                <a:spcPts val="0"/>
              </a:spcBef>
              <a:spcAft>
                <a:spcPts val="0"/>
              </a:spcAft>
              <a:buSzPts val="1600"/>
              <a:buFont typeface="Times New Roman"/>
              <a:buChar char="●"/>
            </a:pPr>
            <a:r>
              <a:rPr lang="en-US" sz="1200">
                <a:latin typeface="Times New Roman"/>
                <a:ea typeface="Times New Roman"/>
                <a:cs typeface="Times New Roman"/>
                <a:sym typeface="Times New Roman"/>
              </a:rPr>
              <a:t>We would like to propose a implementation with which, we hope to demonstrate the viability of a low-cost, Internet of Things based system constructed using Arduino and a variety of sensors that can not only monitor the current air quality but also predict the future and offer recommendations on how to reduce pollution and protect people from dangerous pollutants. We hope this system will help regulate and bring down the levels of air pollution and improve the quality of air, which in turn will improve the quality of lives of humans.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0"/>
              </a:spcAft>
              <a:buSzPts val="1200"/>
              <a:buFont typeface="Times New Roman"/>
              <a:buChar char="●"/>
            </a:pPr>
            <a:r>
              <a:rPr lang="en-US" sz="1200">
                <a:latin typeface="Times New Roman"/>
                <a:ea typeface="Times New Roman"/>
                <a:cs typeface="Times New Roman"/>
                <a:sym typeface="Times New Roman"/>
              </a:rPr>
              <a:t>There are 3 modules: Monitoring, Forecasting and Controlling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1000"/>
              </a:spcAft>
              <a:buSzPts val="1200"/>
              <a:buFont typeface="Times New Roman"/>
              <a:buChar char="●"/>
            </a:pPr>
            <a:r>
              <a:rPr lang="en-US" sz="1200">
                <a:latin typeface="Times New Roman"/>
                <a:ea typeface="Times New Roman"/>
                <a:cs typeface="Times New Roman"/>
                <a:sym typeface="Times New Roman"/>
              </a:rPr>
              <a:t>We have a web application that will be available publicly for all users to use. </a:t>
            </a:r>
            <a:endParaRPr sz="1200">
              <a:latin typeface="Times New Roman"/>
              <a:ea typeface="Times New Roman"/>
              <a:cs typeface="Times New Roman"/>
              <a:sym typeface="Times New Roman"/>
            </a:endParaRPr>
          </a:p>
        </p:txBody>
      </p:sp>
      <p:sp>
        <p:nvSpPr>
          <p:cNvPr id="279" name="Google Shape;279;p3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80" name="Google Shape;280;p3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81" name="Google Shape;281;p3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DESIGN</a:t>
            </a:r>
            <a:endParaRPr/>
          </a:p>
        </p:txBody>
      </p:sp>
      <p:sp>
        <p:nvSpPr>
          <p:cNvPr id="287" name="Google Shape;287;p3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88" name="Google Shape;288;p3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89" name="Google Shape;289;p36"/>
          <p:cNvSpPr txBox="1"/>
          <p:nvPr/>
        </p:nvSpPr>
        <p:spPr>
          <a:xfrm>
            <a:off x="3280650" y="13069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System Architecture</a:t>
            </a:r>
            <a:endParaRPr>
              <a:latin typeface="Libre Baskerville"/>
              <a:ea typeface="Libre Baskerville"/>
              <a:cs typeface="Libre Baskerville"/>
              <a:sym typeface="Libre Baskerville"/>
            </a:endParaRPr>
          </a:p>
        </p:txBody>
      </p:sp>
      <p:pic>
        <p:nvPicPr>
          <p:cNvPr id="290" name="Google Shape;290;p36"/>
          <p:cNvPicPr preferRelativeResize="0"/>
          <p:nvPr/>
        </p:nvPicPr>
        <p:blipFill>
          <a:blip r:embed="rId3">
            <a:alphaModFix/>
          </a:blip>
          <a:stretch>
            <a:fillRect/>
          </a:stretch>
        </p:blipFill>
        <p:spPr>
          <a:xfrm>
            <a:off x="1188350" y="1918613"/>
            <a:ext cx="6538652" cy="3657987"/>
          </a:xfrm>
          <a:prstGeom prst="rect">
            <a:avLst/>
          </a:prstGeom>
          <a:noFill/>
          <a:ln cap="flat" cmpd="sng" w="12700">
            <a:solidFill>
              <a:srgbClr val="000000"/>
            </a:solidFill>
            <a:prstDash val="solid"/>
            <a:miter lim="8000"/>
            <a:headEnd len="sm" w="sm" type="none"/>
            <a:tailEnd len="sm" w="sm" type="none"/>
          </a:ln>
        </p:spPr>
      </p:pic>
      <p:sp>
        <p:nvSpPr>
          <p:cNvPr id="291" name="Google Shape;291;p3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Methodology</a:t>
            </a:r>
            <a:endParaRPr sz="3600">
              <a:solidFill>
                <a:schemeClr val="dk2"/>
              </a:solidFill>
              <a:latin typeface="Libre Franklin"/>
              <a:ea typeface="Libre Franklin"/>
              <a:cs typeface="Libre Franklin"/>
              <a:sym typeface="Libre Franklin"/>
            </a:endParaRPr>
          </a:p>
        </p:txBody>
      </p:sp>
      <p:sp>
        <p:nvSpPr>
          <p:cNvPr id="297" name="Google Shape;297;p37"/>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98" name="Google Shape;298;p3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99" name="Google Shape;299;p3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00" name="Google Shape;300;p37"/>
          <p:cNvSpPr txBox="1"/>
          <p:nvPr>
            <p:ph idx="3" type="body"/>
          </p:nvPr>
        </p:nvSpPr>
        <p:spPr>
          <a:xfrm>
            <a:off x="728675" y="1160550"/>
            <a:ext cx="7810500" cy="4935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Our system will have 3 parts:</a:t>
            </a:r>
            <a:endParaRPr sz="1000">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1. Monitoring</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An IoT device will be built using Arduino as the microcontroller. We will use MQ135 Air Quality sensor, MQ131 Ozone sensor, MQ7 Carbon Monoxide sensor, </a:t>
            </a:r>
            <a:r>
              <a:rPr lang="en-US" sz="1000">
                <a:latin typeface="Arial"/>
                <a:ea typeface="Arial"/>
                <a:cs typeface="Arial"/>
                <a:sym typeface="Arial"/>
              </a:rPr>
              <a:t>DHT11</a:t>
            </a:r>
            <a:r>
              <a:rPr lang="en-US" sz="1000">
                <a:latin typeface="Arial"/>
                <a:ea typeface="Arial"/>
                <a:cs typeface="Arial"/>
                <a:sym typeface="Arial"/>
              </a:rPr>
              <a:t> sensor and PM2.5 dust sensor. These sensors will measure the current concentrations of the various pollutants and will output the current AQI. The values of the concentrations of the gases is to be stored in a database, which will be used to forecast the future levels of AQI.</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2. Forecasting</a:t>
            </a:r>
            <a:endParaRPr b="1"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lang="en-US" sz="1000">
                <a:latin typeface="Arial"/>
                <a:ea typeface="Arial"/>
                <a:cs typeface="Arial"/>
                <a:sym typeface="Arial"/>
              </a:rPr>
              <a:t>Using the data collected in the previous module, an ML model is to be trained to predict the future levels of AQI. Based on the literature survey, the AutoRegression model provided the best results.</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 </a:t>
            </a:r>
            <a:endParaRPr b="1"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3. Controlling</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AQI is categorized into 6 categories based on the value. Depending on the category of the current AQI level, suggestions are to be provided to improve the category to ‘Good’. </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t/>
            </a:r>
            <a:endParaRPr sz="1000">
              <a:latin typeface="Arial"/>
              <a:ea typeface="Arial"/>
              <a:cs typeface="Arial"/>
              <a:sym typeface="Arial"/>
            </a:endParaRPr>
          </a:p>
          <a:p>
            <a:pPr indent="0" lvl="0" marL="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Technology Stack</a:t>
            </a:r>
            <a:endParaRPr sz="3600">
              <a:solidFill>
                <a:schemeClr val="dk2"/>
              </a:solidFill>
              <a:latin typeface="Libre Franklin"/>
              <a:ea typeface="Libre Franklin"/>
              <a:cs typeface="Libre Franklin"/>
              <a:sym typeface="Libre Franklin"/>
            </a:endParaRPr>
          </a:p>
        </p:txBody>
      </p:sp>
      <p:sp>
        <p:nvSpPr>
          <p:cNvPr id="306" name="Google Shape;306;p38"/>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307" name="Google Shape;307;p3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08" name="Google Shape;308;p3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09" name="Google Shape;309;p38"/>
          <p:cNvSpPr txBox="1"/>
          <p:nvPr>
            <p:ph idx="3" type="body"/>
          </p:nvPr>
        </p:nvSpPr>
        <p:spPr>
          <a:xfrm>
            <a:off x="728675" y="1160550"/>
            <a:ext cx="7810500" cy="4935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sz="1000">
              <a:latin typeface="Arial"/>
              <a:ea typeface="Arial"/>
              <a:cs typeface="Arial"/>
              <a:sym typeface="Arial"/>
            </a:endParaRPr>
          </a:p>
          <a:p>
            <a:pPr indent="0" lvl="0" marL="0" rtl="0" algn="l">
              <a:lnSpc>
                <a:spcPct val="115000"/>
              </a:lnSpc>
              <a:spcBef>
                <a:spcPts val="1000"/>
              </a:spcBef>
              <a:spcAft>
                <a:spcPts val="0"/>
              </a:spcAft>
              <a:buNone/>
            </a:pPr>
            <a:r>
              <a:rPr b="1" lang="en-US" sz="1000">
                <a:latin typeface="Arial"/>
                <a:ea typeface="Arial"/>
                <a:cs typeface="Arial"/>
                <a:sym typeface="Arial"/>
              </a:rPr>
              <a:t>1. IoT</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Arduino IDE, Physical IoT components like Arduino UNO, NodeMCU, breadboard, connecting wires, and a variety of sensors</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sz="1000">
              <a:latin typeface="Arial"/>
              <a:ea typeface="Arial"/>
              <a:cs typeface="Arial"/>
              <a:sym typeface="Arial"/>
            </a:endParaRPr>
          </a:p>
          <a:p>
            <a:pPr indent="0" lvl="0" marL="0" rtl="0" algn="l">
              <a:lnSpc>
                <a:spcPct val="115000"/>
              </a:lnSpc>
              <a:spcBef>
                <a:spcPts val="1000"/>
              </a:spcBef>
              <a:spcAft>
                <a:spcPts val="0"/>
              </a:spcAft>
              <a:buNone/>
            </a:pPr>
            <a:r>
              <a:rPr b="1" lang="en-US" sz="1000">
                <a:latin typeface="Arial"/>
                <a:ea typeface="Arial"/>
                <a:cs typeface="Arial"/>
                <a:sym typeface="Arial"/>
              </a:rPr>
              <a:t>2. Data Science</a:t>
            </a:r>
            <a:endParaRPr b="1" sz="1000">
              <a:latin typeface="Arial"/>
              <a:ea typeface="Arial"/>
              <a:cs typeface="Arial"/>
              <a:sym typeface="Arial"/>
            </a:endParaRPr>
          </a:p>
          <a:p>
            <a:pPr indent="0" lvl="0" marL="0" rtl="0" algn="l">
              <a:lnSpc>
                <a:spcPct val="115000"/>
              </a:lnSpc>
              <a:spcBef>
                <a:spcPts val="1000"/>
              </a:spcBef>
              <a:spcAft>
                <a:spcPts val="0"/>
              </a:spcAft>
              <a:buNone/>
            </a:pPr>
            <a:r>
              <a:rPr lang="en-US" sz="1000">
                <a:latin typeface="Arial"/>
                <a:ea typeface="Arial"/>
                <a:cs typeface="Arial"/>
                <a:sym typeface="Arial"/>
              </a:rPr>
              <a:t>Google Colab, Jupiter Notebook</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b="1" sz="1000">
              <a:latin typeface="Arial"/>
              <a:ea typeface="Arial"/>
              <a:cs typeface="Arial"/>
              <a:sym typeface="Arial"/>
            </a:endParaRPr>
          </a:p>
          <a:p>
            <a:pPr indent="0" lvl="0" marL="0" rtl="0" algn="just">
              <a:lnSpc>
                <a:spcPct val="115000"/>
              </a:lnSpc>
              <a:spcBef>
                <a:spcPts val="1000"/>
              </a:spcBef>
              <a:spcAft>
                <a:spcPts val="0"/>
              </a:spcAft>
              <a:buNone/>
            </a:pPr>
            <a:r>
              <a:rPr b="1" lang="en-US" sz="1000">
                <a:latin typeface="Arial"/>
                <a:ea typeface="Arial"/>
                <a:cs typeface="Arial"/>
                <a:sym typeface="Arial"/>
              </a:rPr>
              <a:t>3. Web Development</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HTML, CSS, JavaScript, PHP, SQL Database. </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sz="1000">
              <a:latin typeface="Arial"/>
              <a:ea typeface="Arial"/>
              <a:cs typeface="Arial"/>
              <a:sym typeface="Arial"/>
            </a:endParaRPr>
          </a:p>
          <a:p>
            <a:pPr indent="0" lvl="0" marL="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315" name="Google Shape;315;p39"/>
          <p:cNvSpPr txBox="1"/>
          <p:nvPr>
            <p:ph idx="3" type="body"/>
          </p:nvPr>
        </p:nvSpPr>
        <p:spPr>
          <a:xfrm>
            <a:off x="742950" y="961200"/>
            <a:ext cx="7810500" cy="5047200"/>
          </a:xfrm>
          <a:prstGeom prst="rect">
            <a:avLst/>
          </a:prstGeom>
          <a:noFill/>
          <a:ln>
            <a:noFill/>
          </a:ln>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b="1" lang="en-US" sz="2400">
                <a:latin typeface="Times New Roman"/>
                <a:ea typeface="Times New Roman"/>
                <a:cs typeface="Times New Roman"/>
                <a:sym typeface="Times New Roman"/>
              </a:rPr>
              <a:t>Hardware Used:</a:t>
            </a:r>
            <a:endParaRPr b="1" sz="2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Arduino UNO</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DHT11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MQ135 Air Quality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MQ131 Ozone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MQ7 CO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GP2Y1010AU0F </a:t>
            </a: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Dust Smoke Particle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Node MCU</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316" name="Google Shape;316;p3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317" name="Google Shape;317;p3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18" name="Google Shape;318;p3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319" name="Google Shape;319;p39"/>
          <p:cNvPicPr preferRelativeResize="0"/>
          <p:nvPr/>
        </p:nvPicPr>
        <p:blipFill rotWithShape="1">
          <a:blip r:embed="rId3">
            <a:alphaModFix/>
          </a:blip>
          <a:srcRect b="-8719" l="12520" r="-12520" t="0"/>
          <a:stretch/>
        </p:blipFill>
        <p:spPr>
          <a:xfrm>
            <a:off x="3033600" y="2155750"/>
            <a:ext cx="6188725" cy="4511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0"/>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325" name="Google Shape;325;p40"/>
          <p:cNvSpPr txBox="1"/>
          <p:nvPr>
            <p:ph idx="3" type="body"/>
          </p:nvPr>
        </p:nvSpPr>
        <p:spPr>
          <a:xfrm>
            <a:off x="237350" y="736850"/>
            <a:ext cx="8316000" cy="5271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2400">
                <a:latin typeface="Times New Roman"/>
                <a:ea typeface="Times New Roman"/>
                <a:cs typeface="Times New Roman"/>
                <a:sym typeface="Times New Roman"/>
              </a:rPr>
              <a:t>Data Science Models explored:</a:t>
            </a:r>
            <a:endParaRPr b="1" sz="2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latin typeface="Times New Roman"/>
                <a:ea typeface="Times New Roman"/>
                <a:cs typeface="Times New Roman"/>
                <a:sym typeface="Times New Roman"/>
              </a:rPr>
              <a:t>AutoRegressive(AR) models </a:t>
            </a:r>
            <a:r>
              <a:rPr lang="en-US" sz="1600">
                <a:highlight>
                  <a:srgbClr val="FFFFFF"/>
                </a:highlight>
                <a:latin typeface="Times New Roman"/>
                <a:ea typeface="Times New Roman"/>
                <a:cs typeface="Times New Roman"/>
                <a:sym typeface="Times New Roman"/>
              </a:rPr>
              <a:t>are a subset of time series models, which can be used to predict future values based on previous observations. AR models use regression techniques and rely on autocorrelation in order to make accurate predictions.</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326" name="Google Shape;326;p4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327" name="Google Shape;327;p4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28" name="Google Shape;328;p4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329" name="Google Shape;329;p40"/>
          <p:cNvPicPr preferRelativeResize="0"/>
          <p:nvPr/>
        </p:nvPicPr>
        <p:blipFill>
          <a:blip r:embed="rId3">
            <a:alphaModFix/>
          </a:blip>
          <a:stretch>
            <a:fillRect/>
          </a:stretch>
        </p:blipFill>
        <p:spPr>
          <a:xfrm>
            <a:off x="2189675" y="2634050"/>
            <a:ext cx="4781475" cy="3187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1"/>
          <p:cNvSpPr txBox="1"/>
          <p:nvPr/>
        </p:nvSpPr>
        <p:spPr>
          <a:xfrm>
            <a:off x="564062" y="5597960"/>
            <a:ext cx="574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12</a:t>
            </a:r>
            <a:endParaRPr i="1" sz="2000">
              <a:solidFill>
                <a:schemeClr val="lt1"/>
              </a:solidFill>
              <a:latin typeface="Century Gothic"/>
              <a:ea typeface="Century Gothic"/>
              <a:cs typeface="Century Gothic"/>
              <a:sym typeface="Century Gothic"/>
            </a:endParaRPr>
          </a:p>
        </p:txBody>
      </p:sp>
      <p:sp>
        <p:nvSpPr>
          <p:cNvPr id="335" name="Google Shape;335;p4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336" name="Google Shape;336;p4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
        <p:nvSpPr>
          <p:cNvPr id="337" name="Google Shape;337;p41"/>
          <p:cNvSpPr txBox="1"/>
          <p:nvPr>
            <p:ph idx="4294967295"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338" name="Google Shape;338;p41"/>
          <p:cNvSpPr txBox="1"/>
          <p:nvPr/>
        </p:nvSpPr>
        <p:spPr>
          <a:xfrm>
            <a:off x="140750" y="979700"/>
            <a:ext cx="8776200" cy="4702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solidFill>
                  <a:schemeClr val="dk1"/>
                </a:solidFill>
                <a:latin typeface="Times New Roman"/>
                <a:ea typeface="Times New Roman"/>
                <a:cs typeface="Times New Roman"/>
                <a:sym typeface="Times New Roman"/>
              </a:rPr>
              <a:t>Data Science Models explored:</a:t>
            </a:r>
            <a:endParaRPr b="1" sz="2400">
              <a:solidFill>
                <a:schemeClr val="dk1"/>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solidFill>
                  <a:schemeClr val="dk1"/>
                </a:solidFill>
                <a:latin typeface="Times New Roman"/>
                <a:ea typeface="Times New Roman"/>
                <a:cs typeface="Times New Roman"/>
                <a:sym typeface="Times New Roman"/>
              </a:rPr>
              <a:t>ARIMA:</a:t>
            </a:r>
            <a:endParaRPr sz="1600">
              <a:solidFill>
                <a:schemeClr val="dk1"/>
              </a:solidFill>
              <a:latin typeface="Times New Roman"/>
              <a:ea typeface="Times New Roman"/>
              <a:cs typeface="Times New Roman"/>
              <a:sym typeface="Times New Roman"/>
            </a:endParaRPr>
          </a:p>
          <a:p>
            <a:pPr indent="-314325" lvl="0" marL="457200" rtl="0" algn="l">
              <a:lnSpc>
                <a:spcPct val="115000"/>
              </a:lnSpc>
              <a:spcBef>
                <a:spcPts val="100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Autoregression (AR)</a:t>
            </a:r>
            <a:r>
              <a:rPr lang="en-US" sz="1350">
                <a:solidFill>
                  <a:schemeClr val="dk1"/>
                </a:solidFill>
                <a:latin typeface="Times New Roman"/>
                <a:ea typeface="Times New Roman"/>
                <a:cs typeface="Times New Roman"/>
                <a:sym typeface="Times New Roman"/>
              </a:rPr>
              <a:t>: refers to a model that shows a changing variable that regresses on its own lagged, or prior,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a:solidFill>
                  <a:schemeClr val="dk1"/>
                </a:solidFill>
                <a:latin typeface="Times New Roman"/>
                <a:ea typeface="Times New Roman"/>
                <a:cs typeface="Times New Roman"/>
                <a:sym typeface="Times New Roman"/>
              </a:rPr>
              <a:t>Integrated (I)</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represents the differencing of raw observations to allow the time series to become stationary (i.e., data values are replaced by the difference between the data values and the previous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Moving average (MA)</a:t>
            </a:r>
            <a:r>
              <a:rPr lang="en-US" sz="1350">
                <a:solidFill>
                  <a:schemeClr val="dk1"/>
                </a:solidFill>
                <a:latin typeface="Times New Roman"/>
                <a:ea typeface="Times New Roman"/>
                <a:cs typeface="Times New Roman"/>
                <a:sym typeface="Times New Roman"/>
              </a:rPr>
              <a:t>: </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incorporates the dependency between an observation and a residual error from a moving average model applied to lagged observations.</a:t>
            </a:r>
            <a:endParaRPr sz="135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SARIMA:</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An extension to ARIMA that supports the direct modeling of the seasonal component of the series is called SARIMA.</a:t>
            </a:r>
            <a:endParaRPr sz="1600">
              <a:solidFill>
                <a:schemeClr val="dk1"/>
              </a:solidFill>
              <a:latin typeface="Times New Roman"/>
              <a:ea typeface="Times New Roman"/>
              <a:cs typeface="Times New Roman"/>
              <a:sym typeface="Times New Roman"/>
            </a:endParaRPr>
          </a:p>
          <a:p>
            <a:pPr indent="0" lvl="0" marL="0" rtl="0" algn="just">
              <a:lnSpc>
                <a:spcPct val="150000"/>
              </a:lnSpc>
              <a:spcBef>
                <a:spcPts val="2100"/>
              </a:spcBef>
              <a:spcAft>
                <a:spcPts val="10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Testing (Minimum 5 slides)</a:t>
            </a:r>
            <a:endParaRPr sz="3600">
              <a:solidFill>
                <a:schemeClr val="dk2"/>
              </a:solidFill>
              <a:latin typeface="Libre Franklin"/>
              <a:ea typeface="Libre Franklin"/>
              <a:cs typeface="Libre Franklin"/>
              <a:sym typeface="Libre Franklin"/>
            </a:endParaRPr>
          </a:p>
        </p:txBody>
      </p:sp>
      <p:sp>
        <p:nvSpPr>
          <p:cNvPr id="344" name="Google Shape;344;p42"/>
          <p:cNvSpPr txBox="1"/>
          <p:nvPr>
            <p:ph idx="3" type="body"/>
          </p:nvPr>
        </p:nvSpPr>
        <p:spPr>
          <a:xfrm>
            <a:off x="917193" y="1340768"/>
            <a:ext cx="7309614" cy="4608512"/>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rPr b="1" lang="en-US" sz="2400">
                <a:latin typeface="Times New Roman"/>
                <a:ea typeface="Times New Roman"/>
                <a:cs typeface="Times New Roman"/>
                <a:sym typeface="Times New Roman"/>
              </a:rPr>
              <a:t>Tell about</a:t>
            </a:r>
            <a:endParaRPr/>
          </a:p>
          <a:p>
            <a:pPr indent="-228600" lvl="0" marL="457200" rtl="0" algn="l">
              <a:lnSpc>
                <a:spcPct val="100000"/>
              </a:lnSpc>
              <a:spcBef>
                <a:spcPts val="0"/>
              </a:spcBef>
              <a:spcAft>
                <a:spcPts val="0"/>
              </a:spcAft>
              <a:buClr>
                <a:srgbClr val="000000"/>
              </a:buClr>
              <a:buSzPts val="1400"/>
              <a:buFont typeface="Arial"/>
              <a:buNone/>
            </a:pPr>
            <a:r>
              <a:t/>
            </a:r>
            <a:endParaRPr b="1" sz="2400">
              <a:latin typeface="Times New Roman"/>
              <a:ea typeface="Times New Roman"/>
              <a:cs typeface="Times New Roman"/>
              <a:sym typeface="Times New Roman"/>
            </a:endParaRPr>
          </a:p>
          <a:p>
            <a:pPr indent="0" lvl="0" marL="228600" rtl="0" algn="l">
              <a:lnSpc>
                <a:spcPct val="100000"/>
              </a:lnSpc>
              <a:spcBef>
                <a:spcPts val="0"/>
              </a:spcBef>
              <a:spcAft>
                <a:spcPts val="0"/>
              </a:spcAft>
              <a:buSzPts val="1400"/>
              <a:buNone/>
            </a:pPr>
            <a:r>
              <a:rPr lang="en-US" sz="1600">
                <a:latin typeface="Times New Roman"/>
                <a:ea typeface="Times New Roman"/>
                <a:cs typeface="Times New Roman"/>
                <a:sym typeface="Times New Roman"/>
              </a:rPr>
              <a:t>Test cases carried out for:</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Unit/Module Testing</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Integration Testing</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System Testing</a:t>
            </a:r>
            <a:endParaRPr/>
          </a:p>
          <a:p>
            <a:pPr indent="-196850" lvl="0" marL="514350" rtl="0" algn="l">
              <a:lnSpc>
                <a:spcPct val="100000"/>
              </a:lnSpc>
              <a:spcBef>
                <a:spcPts val="0"/>
              </a:spcBef>
              <a:spcAft>
                <a:spcPts val="0"/>
              </a:spcAft>
              <a:buSzPts val="1400"/>
              <a:buFont typeface="Arial"/>
              <a:buNone/>
            </a:pPr>
            <a:r>
              <a:t/>
            </a:r>
            <a:endParaRPr sz="18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a:latin typeface="Times New Roman"/>
              <a:ea typeface="Times New Roman"/>
              <a:cs typeface="Times New Roman"/>
              <a:sym typeface="Times New Roman"/>
            </a:endParaRPr>
          </a:p>
        </p:txBody>
      </p:sp>
      <p:sp>
        <p:nvSpPr>
          <p:cNvPr id="345" name="Google Shape;345;p42"/>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346" name="Google Shape;346;p42"/>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47" name="Google Shape;347;p42"/>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53" name="Google Shape;353;p43"/>
          <p:cNvSpPr txBox="1"/>
          <p:nvPr>
            <p:ph idx="3" type="body"/>
          </p:nvPr>
        </p:nvSpPr>
        <p:spPr>
          <a:xfrm>
            <a:off x="917250" y="1081594"/>
            <a:ext cx="7309500" cy="633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Based on our experimentation, ARMAX model with (p,q,d) = (4,0,1) and exogenous variables being Average Temperature, Relative Humidity and Diwali gave us the best results, going by Mean Squared Error.</a:t>
            </a:r>
            <a:endParaRPr>
              <a:latin typeface="Times New Roman"/>
              <a:ea typeface="Times New Roman"/>
              <a:cs typeface="Times New Roman"/>
              <a:sym typeface="Times New Roman"/>
            </a:endParaRPr>
          </a:p>
        </p:txBody>
      </p:sp>
      <p:sp>
        <p:nvSpPr>
          <p:cNvPr id="354" name="Google Shape;354;p43"/>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355" name="Google Shape;355;p43"/>
          <p:cNvGraphicFramePr/>
          <p:nvPr/>
        </p:nvGraphicFramePr>
        <p:xfrm>
          <a:off x="1745063" y="1647975"/>
          <a:ext cx="3000000" cy="3000000"/>
        </p:xfrm>
        <a:graphic>
          <a:graphicData uri="http://schemas.openxmlformats.org/drawingml/2006/table">
            <a:tbl>
              <a:tblPr>
                <a:noFill/>
                <a:tableStyleId>{58466F8E-BE63-4D39-ADFD-78AEF9BEE77A}</a:tableStyleId>
              </a:tblPr>
              <a:tblGrid>
                <a:gridCol w="2971800"/>
                <a:gridCol w="2971800"/>
              </a:tblGrid>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MODEL (Parameters)</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MSE</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Predicting based on previous day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577.05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AutoReg(lags=17, trend=’t’)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917.961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a:t>
                      </a:r>
                      <a:endParaRPr sz="1200">
                        <a:latin typeface="Times New Roman"/>
                        <a:ea typeface="Times New Roman"/>
                        <a:cs typeface="Times New Roman"/>
                        <a:sym typeface="Times New Roman"/>
                      </a:endParaRPr>
                    </a:p>
                    <a:p>
                      <a:pPr indent="0" lvl="0" marL="0" rtl="0" algn="just">
                        <a:spcBef>
                          <a:spcPts val="0"/>
                        </a:spcBef>
                        <a:spcAft>
                          <a:spcPts val="0"/>
                        </a:spcAft>
                        <a:buNone/>
                      </a:pPr>
                      <a:r>
                        <a:rPr lang="en-US" sz="1200">
                          <a:latin typeface="Times New Roman"/>
                          <a:ea typeface="Times New Roman"/>
                          <a:cs typeface="Times New Roman"/>
                          <a:sym typeface="Times New Roman"/>
                        </a:rPr>
                        <a:t>ARIMA(p=4, d=0,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449.86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ARIMA(p=3, d=1,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450.586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421.21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320.125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exog=[‘Relative Humidity’,’Wind Direction’])</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376.463</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Humidity’,’Wind Direction’,’Barometric Pressure’])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295.075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b="1" lang="en-US" sz="1200">
                          <a:latin typeface="Times New Roman"/>
                          <a:ea typeface="Times New Roman"/>
                          <a:cs typeface="Times New Roman"/>
                          <a:sym typeface="Times New Roman"/>
                        </a:rPr>
                        <a:t>279.228</a:t>
                      </a:r>
                      <a:endParaRPr b="1"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4"/>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61" name="Google Shape;361;p44"/>
          <p:cNvSpPr txBox="1"/>
          <p:nvPr>
            <p:ph idx="3" type="body"/>
          </p:nvPr>
        </p:nvSpPr>
        <p:spPr>
          <a:xfrm>
            <a:off x="917250" y="1081594"/>
            <a:ext cx="7309500" cy="633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Based on our experimentation, ARMAX model with (p,q,d) = (4,0,1) and exogenous variables being Average Temperature, Relative Humidity and Diwali gave us the best results, going by Mean Squared Error.</a:t>
            </a:r>
            <a:endParaRPr>
              <a:latin typeface="Times New Roman"/>
              <a:ea typeface="Times New Roman"/>
              <a:cs typeface="Times New Roman"/>
              <a:sym typeface="Times New Roman"/>
            </a:endParaRPr>
          </a:p>
        </p:txBody>
      </p:sp>
      <p:sp>
        <p:nvSpPr>
          <p:cNvPr id="362" name="Google Shape;362;p4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363" name="Google Shape;363;p44"/>
          <p:cNvGraphicFramePr/>
          <p:nvPr/>
        </p:nvGraphicFramePr>
        <p:xfrm>
          <a:off x="1745063" y="1647975"/>
          <a:ext cx="3000000" cy="3000000"/>
        </p:xfrm>
        <a:graphic>
          <a:graphicData uri="http://schemas.openxmlformats.org/drawingml/2006/table">
            <a:tbl>
              <a:tblPr>
                <a:noFill/>
                <a:tableStyleId>{58466F8E-BE63-4D39-ADFD-78AEF9BEE77A}</a:tableStyleId>
              </a:tblPr>
              <a:tblGrid>
                <a:gridCol w="2971800"/>
                <a:gridCol w="2971800"/>
              </a:tblGrid>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MODEL (Parameters)</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MSE</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Predicting based on previous day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577.05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AutoReg(lags=17, trend=’t’)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917.961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a:t>
                      </a:r>
                      <a:endParaRPr sz="1200">
                        <a:latin typeface="Times New Roman"/>
                        <a:ea typeface="Times New Roman"/>
                        <a:cs typeface="Times New Roman"/>
                        <a:sym typeface="Times New Roman"/>
                      </a:endParaRPr>
                    </a:p>
                    <a:p>
                      <a:pPr indent="0" lvl="0" marL="0" rtl="0" algn="just">
                        <a:spcBef>
                          <a:spcPts val="0"/>
                        </a:spcBef>
                        <a:spcAft>
                          <a:spcPts val="0"/>
                        </a:spcAft>
                        <a:buNone/>
                      </a:pPr>
                      <a:r>
                        <a:rPr lang="en-US" sz="1200">
                          <a:latin typeface="Times New Roman"/>
                          <a:ea typeface="Times New Roman"/>
                          <a:cs typeface="Times New Roman"/>
                          <a:sym typeface="Times New Roman"/>
                        </a:rPr>
                        <a:t>ARIMA(p=4, d=0,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449.86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ARIMA(p=3, d=1,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450.586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421.21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320.125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exog=[‘Relative Humidity’,’Wind Direction’])</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376.463</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Humidity’,’Wind Direction’,’Barometric Pressure’])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295.075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b="1" lang="en-US" sz="1200">
                          <a:latin typeface="Times New Roman"/>
                          <a:ea typeface="Times New Roman"/>
                          <a:cs typeface="Times New Roman"/>
                          <a:sym typeface="Times New Roman"/>
                        </a:rPr>
                        <a:t>279.228</a:t>
                      </a:r>
                      <a:endParaRPr b="1"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69" name="Google Shape;369;p4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370" name="Google Shape;370;p45"/>
          <p:cNvGraphicFramePr/>
          <p:nvPr/>
        </p:nvGraphicFramePr>
        <p:xfrm>
          <a:off x="952500" y="2476500"/>
          <a:ext cx="3000000" cy="3000000"/>
        </p:xfrm>
        <a:graphic>
          <a:graphicData uri="http://schemas.openxmlformats.org/drawingml/2006/table">
            <a:tbl>
              <a:tblPr>
                <a:noFill/>
                <a:tableStyleId>{E348734B-AE88-43BA-9779-2FB41635F723}</a:tableStyleId>
              </a:tblPr>
              <a:tblGrid>
                <a:gridCol w="1809750"/>
                <a:gridCol w="1809750"/>
                <a:gridCol w="1809750"/>
                <a:gridCol w="1809750"/>
              </a:tblGrid>
              <a:tr h="381000">
                <a:tc>
                  <a:txBody>
                    <a:bodyPr/>
                    <a:lstStyle/>
                    <a:p>
                      <a:pPr indent="0" lvl="0" marL="0" rtl="0" algn="l">
                        <a:spcBef>
                          <a:spcPts val="0"/>
                        </a:spcBef>
                        <a:spcAft>
                          <a:spcPts val="0"/>
                        </a:spcAft>
                        <a:buNone/>
                      </a:pPr>
                      <a:r>
                        <a:rPr b="1" lang="en-US"/>
                        <a:t>Date </a:t>
                      </a:r>
                      <a:endParaRPr b="1"/>
                    </a:p>
                  </a:txBody>
                  <a:tcPr marT="91425" marB="91425" marR="91425" marL="91425"/>
                </a:tc>
                <a:tc>
                  <a:txBody>
                    <a:bodyPr/>
                    <a:lstStyle/>
                    <a:p>
                      <a:pPr indent="0" lvl="0" marL="0" rtl="0" algn="ctr">
                        <a:spcBef>
                          <a:spcPts val="0"/>
                        </a:spcBef>
                        <a:spcAft>
                          <a:spcPts val="0"/>
                        </a:spcAft>
                        <a:buNone/>
                      </a:pPr>
                      <a:r>
                        <a:rPr b="1" lang="en-US"/>
                        <a:t>Forecasted AQI</a:t>
                      </a:r>
                      <a:endParaRPr b="1"/>
                    </a:p>
                  </a:txBody>
                  <a:tcPr marT="91425" marB="91425" marR="91425" marL="91425"/>
                </a:tc>
                <a:tc>
                  <a:txBody>
                    <a:bodyPr/>
                    <a:lstStyle/>
                    <a:p>
                      <a:pPr indent="0" lvl="0" marL="0" rtl="0" algn="ctr">
                        <a:spcBef>
                          <a:spcPts val="0"/>
                        </a:spcBef>
                        <a:spcAft>
                          <a:spcPts val="0"/>
                        </a:spcAft>
                        <a:buNone/>
                      </a:pPr>
                      <a:r>
                        <a:rPr b="1" lang="en-US"/>
                        <a:t>Actual AQI</a:t>
                      </a:r>
                      <a:endParaRPr b="1"/>
                    </a:p>
                  </a:txBody>
                  <a:tcPr marT="91425" marB="91425" marR="91425" marL="91425"/>
                </a:tc>
                <a:tc>
                  <a:txBody>
                    <a:bodyPr/>
                    <a:lstStyle/>
                    <a:p>
                      <a:pPr indent="0" lvl="0" marL="0" rtl="0" algn="ctr">
                        <a:spcBef>
                          <a:spcPts val="0"/>
                        </a:spcBef>
                        <a:spcAft>
                          <a:spcPts val="0"/>
                        </a:spcAft>
                        <a:buNone/>
                      </a:pPr>
                      <a:r>
                        <a:rPr b="1" lang="en-US"/>
                        <a:t>Difference</a:t>
                      </a:r>
                      <a:endParaRPr b="1"/>
                    </a:p>
                  </a:txBody>
                  <a:tcPr marT="91425" marB="91425" marR="91425" marL="91425"/>
                </a:tc>
              </a:tr>
              <a:tr h="381000">
                <a:tc>
                  <a:txBody>
                    <a:bodyPr/>
                    <a:lstStyle/>
                    <a:p>
                      <a:pPr indent="0" lvl="0" marL="0" rtl="0" algn="l">
                        <a:spcBef>
                          <a:spcPts val="0"/>
                        </a:spcBef>
                        <a:spcAft>
                          <a:spcPts val="0"/>
                        </a:spcAft>
                        <a:buNone/>
                      </a:pPr>
                      <a:r>
                        <a:rPr lang="en-US"/>
                        <a:t>12/06/2023</a:t>
                      </a:r>
                      <a:endParaRPr/>
                    </a:p>
                  </a:txBody>
                  <a:tcPr marT="91425" marB="91425" marR="91425" marL="91425"/>
                </a:tc>
                <a:tc>
                  <a:txBody>
                    <a:bodyPr/>
                    <a:lstStyle/>
                    <a:p>
                      <a:pPr indent="0" lvl="0" marL="0" rtl="0" algn="ctr">
                        <a:spcBef>
                          <a:spcPts val="0"/>
                        </a:spcBef>
                        <a:spcAft>
                          <a:spcPts val="0"/>
                        </a:spcAft>
                        <a:buNone/>
                      </a:pPr>
                      <a:r>
                        <a:rPr lang="en-US"/>
                        <a:t>33</a:t>
                      </a:r>
                      <a:endParaRPr/>
                    </a:p>
                  </a:txBody>
                  <a:tcPr marT="91425" marB="91425" marR="91425" marL="91425"/>
                </a:tc>
                <a:tc>
                  <a:txBody>
                    <a:bodyPr/>
                    <a:lstStyle/>
                    <a:p>
                      <a:pPr indent="0" lvl="0" marL="0" rtl="0" algn="ctr">
                        <a:spcBef>
                          <a:spcPts val="0"/>
                        </a:spcBef>
                        <a:spcAft>
                          <a:spcPts val="0"/>
                        </a:spcAft>
                        <a:buNone/>
                      </a:pPr>
                      <a:r>
                        <a:rPr lang="en-US"/>
                        <a:t>35</a:t>
                      </a:r>
                      <a:endParaRPr/>
                    </a:p>
                  </a:txBody>
                  <a:tcPr marT="91425" marB="91425" marR="91425" marL="91425"/>
                </a:tc>
                <a:tc>
                  <a:txBody>
                    <a:bodyPr/>
                    <a:lstStyle/>
                    <a:p>
                      <a:pPr indent="0" lvl="0" marL="0" rtl="0" algn="ctr">
                        <a:spcBef>
                          <a:spcPts val="0"/>
                        </a:spcBef>
                        <a:spcAft>
                          <a:spcPts val="0"/>
                        </a:spcAft>
                        <a:buNone/>
                      </a:pPr>
                      <a:r>
                        <a:rPr lang="en-US"/>
                        <a:t>2</a:t>
                      </a:r>
                      <a:endParaRPr/>
                    </a:p>
                  </a:txBody>
                  <a:tcPr marT="91425" marB="91425" marR="91425" marL="91425"/>
                </a:tc>
              </a:tr>
              <a:tr h="381000">
                <a:tc>
                  <a:txBody>
                    <a:bodyPr/>
                    <a:lstStyle/>
                    <a:p>
                      <a:pPr indent="0" lvl="0" marL="0" rtl="0" algn="l">
                        <a:spcBef>
                          <a:spcPts val="0"/>
                        </a:spcBef>
                        <a:spcAft>
                          <a:spcPts val="0"/>
                        </a:spcAft>
                        <a:buNone/>
                      </a:pPr>
                      <a:r>
                        <a:rPr lang="en-US"/>
                        <a:t>13/06/2023</a:t>
                      </a:r>
                      <a:endParaRPr/>
                    </a:p>
                  </a:txBody>
                  <a:tcPr marT="91425" marB="91425" marR="91425" marL="91425"/>
                </a:tc>
                <a:tc>
                  <a:txBody>
                    <a:bodyPr/>
                    <a:lstStyle/>
                    <a:p>
                      <a:pPr indent="0" lvl="0" marL="0" rtl="0" algn="ctr">
                        <a:spcBef>
                          <a:spcPts val="0"/>
                        </a:spcBef>
                        <a:spcAft>
                          <a:spcPts val="0"/>
                        </a:spcAft>
                        <a:buNone/>
                      </a:pPr>
                      <a:r>
                        <a:rPr lang="en-US"/>
                        <a:t>33</a:t>
                      </a:r>
                      <a:endParaRPr/>
                    </a:p>
                  </a:txBody>
                  <a:tcPr marT="91425" marB="91425" marR="91425" marL="91425"/>
                </a:tc>
                <a:tc>
                  <a:txBody>
                    <a:bodyPr/>
                    <a:lstStyle/>
                    <a:p>
                      <a:pPr indent="0" lvl="0" marL="0" rtl="0" algn="ctr">
                        <a:spcBef>
                          <a:spcPts val="0"/>
                        </a:spcBef>
                        <a:spcAft>
                          <a:spcPts val="0"/>
                        </a:spcAft>
                        <a:buNone/>
                      </a:pPr>
                      <a:r>
                        <a:rPr lang="en-US"/>
                        <a:t>34</a:t>
                      </a:r>
                      <a:endParaRPr/>
                    </a:p>
                  </a:txBody>
                  <a:tcPr marT="91425" marB="91425" marR="91425" marL="91425"/>
                </a:tc>
                <a:tc>
                  <a:txBody>
                    <a:bodyPr/>
                    <a:lstStyle/>
                    <a:p>
                      <a:pPr indent="0" lvl="0" marL="0" rtl="0" algn="ctr">
                        <a:spcBef>
                          <a:spcPts val="0"/>
                        </a:spcBef>
                        <a:spcAft>
                          <a:spcPts val="0"/>
                        </a:spcAft>
                        <a:buNone/>
                      </a:pPr>
                      <a:r>
                        <a:rPr lang="en-US"/>
                        <a:t>1</a:t>
                      </a:r>
                      <a:endParaRPr/>
                    </a:p>
                  </a:txBody>
                  <a:tcPr marT="91425" marB="91425" marR="91425" marL="91425"/>
                </a:tc>
              </a:tr>
              <a:tr h="381000">
                <a:tc>
                  <a:txBody>
                    <a:bodyPr/>
                    <a:lstStyle/>
                    <a:p>
                      <a:pPr indent="0" lvl="0" marL="0" rtl="0" algn="l">
                        <a:spcBef>
                          <a:spcPts val="0"/>
                        </a:spcBef>
                        <a:spcAft>
                          <a:spcPts val="0"/>
                        </a:spcAft>
                        <a:buNone/>
                      </a:pPr>
                      <a:r>
                        <a:rPr lang="en-US"/>
                        <a:t>14/06/2023</a:t>
                      </a:r>
                      <a:endParaRPr/>
                    </a:p>
                  </a:txBody>
                  <a:tcPr marT="91425" marB="91425" marR="91425" marL="91425"/>
                </a:tc>
                <a:tc>
                  <a:txBody>
                    <a:bodyPr/>
                    <a:lstStyle/>
                    <a:p>
                      <a:pPr indent="0" lvl="0" marL="0" rtl="0" algn="ctr">
                        <a:spcBef>
                          <a:spcPts val="0"/>
                        </a:spcBef>
                        <a:spcAft>
                          <a:spcPts val="0"/>
                        </a:spcAft>
                        <a:buNone/>
                      </a:pPr>
                      <a:r>
                        <a:rPr lang="en-US"/>
                        <a:t>36</a:t>
                      </a:r>
                      <a:endParaRPr/>
                    </a:p>
                  </a:txBody>
                  <a:tcPr marT="91425" marB="91425" marR="91425" marL="91425"/>
                </a:tc>
                <a:tc>
                  <a:txBody>
                    <a:bodyPr/>
                    <a:lstStyle/>
                    <a:p>
                      <a:pPr indent="0" lvl="0" marL="0" rtl="0" algn="ctr">
                        <a:spcBef>
                          <a:spcPts val="0"/>
                        </a:spcBef>
                        <a:spcAft>
                          <a:spcPts val="0"/>
                        </a:spcAft>
                        <a:buNone/>
                      </a:pPr>
                      <a:r>
                        <a:rPr lang="en-US"/>
                        <a:t>40</a:t>
                      </a:r>
                      <a:endParaRPr/>
                    </a:p>
                  </a:txBody>
                  <a:tcPr marT="91425" marB="91425" marR="91425" marL="91425"/>
                </a:tc>
                <a:tc>
                  <a:txBody>
                    <a:bodyPr/>
                    <a:lstStyle/>
                    <a:p>
                      <a:pPr indent="0" lvl="0" marL="0" rtl="0" algn="ctr">
                        <a:spcBef>
                          <a:spcPts val="0"/>
                        </a:spcBef>
                        <a:spcAft>
                          <a:spcPts val="0"/>
                        </a:spcAft>
                        <a:buNone/>
                      </a:pPr>
                      <a:r>
                        <a:rPr lang="en-US"/>
                        <a:t>4</a:t>
                      </a:r>
                      <a:endParaRPr/>
                    </a:p>
                  </a:txBody>
                  <a:tcPr marT="91425" marB="91425" marR="91425" marL="91425"/>
                </a:tc>
              </a:tr>
              <a:tr h="381000">
                <a:tc>
                  <a:txBody>
                    <a:bodyPr/>
                    <a:lstStyle/>
                    <a:p>
                      <a:pPr indent="0" lvl="0" marL="0" rtl="0" algn="l">
                        <a:spcBef>
                          <a:spcPts val="0"/>
                        </a:spcBef>
                        <a:spcAft>
                          <a:spcPts val="0"/>
                        </a:spcAft>
                        <a:buNone/>
                      </a:pPr>
                      <a:r>
                        <a:rPr lang="en-US"/>
                        <a:t>15/06/2023</a:t>
                      </a:r>
                      <a:endParaRPr/>
                    </a:p>
                  </a:txBody>
                  <a:tcPr marT="91425" marB="91425" marR="91425" marL="91425"/>
                </a:tc>
                <a:tc>
                  <a:txBody>
                    <a:bodyPr/>
                    <a:lstStyle/>
                    <a:p>
                      <a:pPr indent="0" lvl="0" marL="0" rtl="0" algn="ctr">
                        <a:spcBef>
                          <a:spcPts val="0"/>
                        </a:spcBef>
                        <a:spcAft>
                          <a:spcPts val="0"/>
                        </a:spcAft>
                        <a:buNone/>
                      </a:pPr>
                      <a:r>
                        <a:rPr lang="en-US"/>
                        <a:t>41</a:t>
                      </a:r>
                      <a:endParaRPr/>
                    </a:p>
                  </a:txBody>
                  <a:tcPr marT="91425" marB="91425" marR="91425" marL="91425"/>
                </a:tc>
                <a:tc>
                  <a:txBody>
                    <a:bodyPr/>
                    <a:lstStyle/>
                    <a:p>
                      <a:pPr indent="0" lvl="0" marL="0" rtl="0" algn="ctr">
                        <a:spcBef>
                          <a:spcPts val="0"/>
                        </a:spcBef>
                        <a:spcAft>
                          <a:spcPts val="0"/>
                        </a:spcAft>
                        <a:buNone/>
                      </a:pPr>
                      <a:r>
                        <a:rPr lang="en-US"/>
                        <a:t>45</a:t>
                      </a:r>
                      <a:endParaRPr/>
                    </a:p>
                  </a:txBody>
                  <a:tcPr marT="91425" marB="91425" marR="91425" marL="91425"/>
                </a:tc>
                <a:tc>
                  <a:txBody>
                    <a:bodyPr/>
                    <a:lstStyle/>
                    <a:p>
                      <a:pPr indent="0" lvl="0" marL="0" rtl="0" algn="ctr">
                        <a:spcBef>
                          <a:spcPts val="0"/>
                        </a:spcBef>
                        <a:spcAft>
                          <a:spcPts val="0"/>
                        </a:spcAft>
                        <a:buNone/>
                      </a:pPr>
                      <a:r>
                        <a:rPr lang="en-US"/>
                        <a:t>4</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6"/>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Future Enhancement</a:t>
            </a:r>
            <a:endParaRPr sz="3600">
              <a:solidFill>
                <a:schemeClr val="dk2"/>
              </a:solidFill>
              <a:latin typeface="Libre Franklin"/>
              <a:ea typeface="Libre Franklin"/>
              <a:cs typeface="Libre Franklin"/>
              <a:sym typeface="Libre Franklin"/>
            </a:endParaRPr>
          </a:p>
        </p:txBody>
      </p:sp>
      <p:sp>
        <p:nvSpPr>
          <p:cNvPr id="376" name="Google Shape;376;p46"/>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377" name="Google Shape;377;p46"/>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78" name="Google Shape;378;p4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79" name="Google Shape;379;p46"/>
          <p:cNvSpPr txBox="1"/>
          <p:nvPr/>
        </p:nvSpPr>
        <p:spPr>
          <a:xfrm>
            <a:off x="511175" y="1564975"/>
            <a:ext cx="8190900" cy="16881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0"/>
              </a:spcBef>
              <a:spcAft>
                <a:spcPts val="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Integrating the AQI forecast into Google Maps. Just like how Google gives push notifications of the weather rain forecast, it should give AQI forecasts as well.</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Automating the complete line of work, the device and model should work without any human interference, except for maintenance.</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100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We have built only one IoT device and have implemented it in only one location. Once we have established the proof of concept with this one location, we hope we can implement this on a much larger scale, covering much larger areas.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7"/>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Project outcome</a:t>
            </a:r>
            <a:endParaRPr sz="3600">
              <a:solidFill>
                <a:schemeClr val="dk2"/>
              </a:solidFill>
              <a:latin typeface="Libre Franklin"/>
              <a:ea typeface="Libre Franklin"/>
              <a:cs typeface="Libre Franklin"/>
              <a:sym typeface="Libre Franklin"/>
            </a:endParaRPr>
          </a:p>
        </p:txBody>
      </p:sp>
      <p:sp>
        <p:nvSpPr>
          <p:cNvPr id="385" name="Google Shape;385;p47"/>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386" name="Google Shape;386;p4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87" name="Google Shape;387;p4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88" name="Google Shape;388;p47"/>
          <p:cNvSpPr txBox="1"/>
          <p:nvPr/>
        </p:nvSpPr>
        <p:spPr>
          <a:xfrm>
            <a:off x="755576" y="2060848"/>
            <a:ext cx="6984900" cy="492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latin typeface="Times New Roman"/>
                <a:ea typeface="Times New Roman"/>
                <a:cs typeface="Times New Roman"/>
                <a:sym typeface="Times New Roman"/>
              </a:rPr>
              <a:t>Competition </a:t>
            </a:r>
            <a:endParaRPr b="1"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latin typeface="Times New Roman"/>
                <a:ea typeface="Times New Roman"/>
                <a:cs typeface="Times New Roman"/>
                <a:sym typeface="Times New Roman"/>
              </a:rPr>
              <a:t>KSCST Student Project Program - Selected and funded</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600"/>
              <a:buFont typeface="Arial"/>
              <a:buNone/>
            </a:pPr>
            <a:r>
              <a:rPr b="1" lang="en-US" sz="1600">
                <a:solidFill>
                  <a:schemeClr val="dk1"/>
                </a:solidFill>
                <a:latin typeface="Times New Roman"/>
                <a:ea typeface="Times New Roman"/>
                <a:cs typeface="Times New Roman"/>
                <a:sym typeface="Times New Roman"/>
              </a:rPr>
              <a:t>Research Paper</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Published in IJNRD</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8"/>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Conclusion</a:t>
            </a:r>
            <a:endParaRPr sz="3600">
              <a:solidFill>
                <a:schemeClr val="dk2"/>
              </a:solidFill>
              <a:latin typeface="Libre Franklin"/>
              <a:ea typeface="Libre Franklin"/>
              <a:cs typeface="Libre Franklin"/>
              <a:sym typeface="Libre Franklin"/>
            </a:endParaRPr>
          </a:p>
        </p:txBody>
      </p:sp>
      <p:sp>
        <p:nvSpPr>
          <p:cNvPr id="394" name="Google Shape;394;p48"/>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395" name="Google Shape;395;p4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96" name="Google Shape;396;p4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97" name="Google Shape;397;p48"/>
          <p:cNvSpPr txBox="1"/>
          <p:nvPr/>
        </p:nvSpPr>
        <p:spPr>
          <a:xfrm>
            <a:off x="847775" y="1962050"/>
            <a:ext cx="7691400" cy="176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000"/>
              </a:spcAft>
              <a:buNone/>
            </a:pPr>
            <a:r>
              <a:rPr lang="en-US" sz="1300">
                <a:solidFill>
                  <a:schemeClr val="dk1"/>
                </a:solidFill>
                <a:latin typeface="Times New Roman"/>
                <a:ea typeface="Times New Roman"/>
                <a:cs typeface="Times New Roman"/>
                <a:sym typeface="Times New Roman"/>
              </a:rPr>
              <a:t>Air pollution is a very challenging and complex problem that requires a multifaceted solution. To tackle this complex issue, we are proposing the implementation of a holistic approach to tackle air pollution. Through the proposed system,  we not only aim to reduce the levels of air pollution, but also positively impact the lives of people by helping them change their lifestyle in such a way that it will encourage them to adopt some habits that will help reduce air pollution, which will help them, their pets and their environment to be healthier. We are leveraging the capabilities of powerful technologies like IoT and ML to build a system that will fight against the harmful effects of air pollution and make the world a better place to live in.</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9"/>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403" name="Google Shape;403;p49"/>
          <p:cNvSpPr txBox="1"/>
          <p:nvPr>
            <p:ph idx="3" type="body"/>
          </p:nvPr>
        </p:nvSpPr>
        <p:spPr>
          <a:xfrm>
            <a:off x="917193" y="1907722"/>
            <a:ext cx="7538183" cy="349895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[1]</a:t>
            </a:r>
            <a:r>
              <a:rPr lang="en-US" sz="700">
                <a:latin typeface="Arial"/>
                <a:ea typeface="Arial"/>
                <a:cs typeface="Arial"/>
                <a:sym typeface="Arial"/>
              </a:rPr>
              <a:t> 	</a:t>
            </a:r>
            <a:r>
              <a:rPr lang="en-US" sz="1100">
                <a:latin typeface="Arial"/>
                <a:ea typeface="Arial"/>
                <a:cs typeface="Arial"/>
                <a:sym typeface="Arial"/>
              </a:rPr>
              <a:t>Ayele, Temesegan Walelign, and Rutvik Mehta. "Air pollution monitoring and prediction using IoT." 2018 second international conference on inventive communication and computational technologies (ICICCT). IEEE, 2018.</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[2]</a:t>
            </a:r>
            <a:r>
              <a:rPr lang="en-US" sz="700">
                <a:latin typeface="Arial"/>
                <a:ea typeface="Arial"/>
                <a:cs typeface="Arial"/>
                <a:sym typeface="Arial"/>
              </a:rPr>
              <a:t> 	</a:t>
            </a:r>
            <a:r>
              <a:rPr lang="en-US" sz="1100">
                <a:latin typeface="Arial"/>
                <a:ea typeface="Arial"/>
                <a:cs typeface="Arial"/>
                <a:sym typeface="Arial"/>
              </a:rPr>
              <a:t>Balasubramanian, Ssneha, Sneha, Talapala, B, Vinushiya and S, Saraswathi. "Air Pollution Monitoring and Prediction using IOT and Machine Learning." (IJCSIT) International Journal of Computer Science and Information Technologies, Vol. 12 (2), 2021.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[3]</a:t>
            </a:r>
            <a:r>
              <a:rPr lang="en-US" sz="700">
                <a:latin typeface="Arial"/>
                <a:ea typeface="Arial"/>
                <a:cs typeface="Arial"/>
                <a:sym typeface="Arial"/>
              </a:rPr>
              <a:t> 	</a:t>
            </a:r>
            <a:r>
              <a:rPr lang="en-US" sz="1100">
                <a:latin typeface="Arial"/>
                <a:ea typeface="Arial"/>
                <a:cs typeface="Arial"/>
                <a:sym typeface="Arial"/>
              </a:rPr>
              <a:t>Bhalgat, Pooja, Sachin Bhoite, and Sejal Pitare. "Air quality prediction using machine learning algorithms." International Journal of Computer Applications Technology and Research 8.9 (2019): 367-370.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[4]</a:t>
            </a:r>
            <a:r>
              <a:rPr lang="en-US" sz="700">
                <a:latin typeface="Arial"/>
                <a:ea typeface="Arial"/>
                <a:cs typeface="Arial"/>
                <a:sym typeface="Arial"/>
              </a:rPr>
              <a:t> 	</a:t>
            </a:r>
            <a:r>
              <a:rPr lang="en-US" sz="1100">
                <a:latin typeface="Arial"/>
                <a:ea typeface="Arial"/>
                <a:cs typeface="Arial"/>
                <a:sym typeface="Arial"/>
              </a:rPr>
              <a:t>Tomar, Nimisha, Durga Patel, and Akshat Jain. "Air Quality Index Forecasting using Auto-regression Models." 2020 IEEE International Students' Conference on Electrical, Electronics and Computer Science (SCEECS). IEEE, 2020.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[5]</a:t>
            </a:r>
            <a:r>
              <a:rPr lang="en-US" sz="700">
                <a:latin typeface="Arial"/>
                <a:ea typeface="Arial"/>
                <a:cs typeface="Arial"/>
                <a:sym typeface="Arial"/>
              </a:rPr>
              <a:t> 	</a:t>
            </a:r>
            <a:r>
              <a:rPr lang="en-US" sz="1100">
                <a:latin typeface="Arial"/>
                <a:ea typeface="Arial"/>
                <a:cs typeface="Arial"/>
                <a:sym typeface="Arial"/>
              </a:rPr>
              <a:t>De Vito, Saverio, et al. "Adaptive machine learning strategies for network calibration of IoT smart air quality monitoring devices." Pattern Recognition Letters 136 (2020): 264-271.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[6]</a:t>
            </a:r>
            <a:r>
              <a:rPr lang="en-US" sz="700">
                <a:latin typeface="Arial"/>
                <a:ea typeface="Arial"/>
                <a:cs typeface="Arial"/>
                <a:sym typeface="Arial"/>
              </a:rPr>
              <a:t> 	</a:t>
            </a:r>
            <a:r>
              <a:rPr lang="en-US" sz="1100">
                <a:latin typeface="Arial"/>
                <a:ea typeface="Arial"/>
                <a:cs typeface="Arial"/>
                <a:sym typeface="Arial"/>
              </a:rPr>
              <a:t>Meivel S, Mahesh M, Mohnish S, Mukesh Pandian S, “Air Pollution Monitoring System Using IOT And Artificial intelligence”, IJMA, vol. 10, no. 2, pp. 3085 - 3089, May 2021.</a:t>
            </a:r>
            <a:endParaRPr sz="1100">
              <a:latin typeface="Arial"/>
              <a:ea typeface="Arial"/>
              <a:cs typeface="Arial"/>
              <a:sym typeface="Arial"/>
            </a:endParaRPr>
          </a:p>
          <a:p>
            <a:pPr indent="0" lvl="0" marL="0" rtl="0" algn="just">
              <a:lnSpc>
                <a:spcPct val="150000"/>
              </a:lnSpc>
              <a:spcBef>
                <a:spcPts val="12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404" name="Google Shape;404;p49"/>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405" name="Google Shape;405;p49"/>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06" name="Google Shape;406;p49"/>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0"/>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412" name="Google Shape;412;p50"/>
          <p:cNvSpPr txBox="1"/>
          <p:nvPr>
            <p:ph idx="3" type="body"/>
          </p:nvPr>
        </p:nvSpPr>
        <p:spPr>
          <a:xfrm>
            <a:off x="917193" y="1907722"/>
            <a:ext cx="7538100" cy="349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[7]</a:t>
            </a:r>
            <a:r>
              <a:rPr lang="en-US" sz="700">
                <a:latin typeface="Arial"/>
                <a:ea typeface="Arial"/>
                <a:cs typeface="Arial"/>
                <a:sym typeface="Arial"/>
              </a:rPr>
              <a:t> 	</a:t>
            </a:r>
            <a:r>
              <a:rPr lang="en-US" sz="1100">
                <a:latin typeface="Arial"/>
                <a:ea typeface="Arial"/>
                <a:cs typeface="Arial"/>
                <a:sym typeface="Arial"/>
              </a:rPr>
              <a:t>Kumar, Anikender, and P. Goyal. "Forecasting of daily air quality index in Delhi." Science of the Total Environment 409.24 (2011): 5517-5523.</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[8]</a:t>
            </a:r>
            <a:r>
              <a:rPr lang="en-US" sz="700">
                <a:latin typeface="Arial"/>
                <a:ea typeface="Arial"/>
                <a:cs typeface="Arial"/>
                <a:sym typeface="Arial"/>
              </a:rPr>
              <a:t> 	</a:t>
            </a:r>
            <a:r>
              <a:rPr lang="en-US" sz="1100">
                <a:latin typeface="Arial"/>
                <a:ea typeface="Arial"/>
                <a:cs typeface="Arial"/>
                <a:sym typeface="Arial"/>
              </a:rPr>
              <a:t>Zhu, Suling, et al. "Daily air quality index forecasting with hybrid models: A case in China." Environmental pollution 231 (2017): 1232-1244.</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[9]</a:t>
            </a:r>
            <a:r>
              <a:rPr lang="en-US" sz="700">
                <a:latin typeface="Arial"/>
                <a:ea typeface="Arial"/>
                <a:cs typeface="Arial"/>
                <a:sym typeface="Arial"/>
              </a:rPr>
              <a:t> 	</a:t>
            </a:r>
            <a:r>
              <a:rPr lang="en-US" sz="1100">
                <a:latin typeface="Arial"/>
                <a:ea typeface="Arial"/>
                <a:cs typeface="Arial"/>
                <a:sym typeface="Arial"/>
              </a:rPr>
              <a:t>Zhang, Dan, and Simon S. Woo. "Real time localized air quality monitoring and prediction through mobile and fixed IoT sensing network." IEEE Access 8 (2020): 89584-89594.</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[10]</a:t>
            </a:r>
            <a:r>
              <a:rPr lang="en-US" sz="700">
                <a:latin typeface="Arial"/>
                <a:ea typeface="Arial"/>
                <a:cs typeface="Arial"/>
                <a:sym typeface="Arial"/>
              </a:rPr>
              <a:t> 	</a:t>
            </a:r>
            <a:r>
              <a:rPr lang="en-US" sz="1100">
                <a:latin typeface="Arial"/>
                <a:ea typeface="Arial"/>
                <a:cs typeface="Arial"/>
                <a:sym typeface="Arial"/>
              </a:rPr>
              <a:t>Moses, Leeban. "IoT enabled Environmental Air Pollution Monitoring and Rerouting system using Machine learning algorithms." IOP Conference Series: Materials Science and Engineering. Vol. 955. No. 1. IOP Publishing, 2020.</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[11]</a:t>
            </a:r>
            <a:r>
              <a:rPr lang="en-US" sz="700">
                <a:latin typeface="Arial"/>
                <a:ea typeface="Arial"/>
                <a:cs typeface="Arial"/>
                <a:sym typeface="Arial"/>
              </a:rPr>
              <a:t> 	</a:t>
            </a:r>
            <a:r>
              <a:rPr lang="en-US" sz="1100">
                <a:latin typeface="Arial"/>
                <a:ea typeface="Arial"/>
                <a:cs typeface="Arial"/>
                <a:sym typeface="Arial"/>
              </a:rPr>
              <a:t>Kumar, Somansh, and Ashish Jasuja. "Air quality monitoring system based on IoT using Raspberry Pi." 2017 International conference on computing, communication and automation (ICCCA). IEEE, 2017.</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[12]</a:t>
            </a:r>
            <a:r>
              <a:rPr lang="en-US" sz="700">
                <a:latin typeface="Arial"/>
                <a:ea typeface="Arial"/>
                <a:cs typeface="Arial"/>
                <a:sym typeface="Arial"/>
              </a:rPr>
              <a:t> 	</a:t>
            </a:r>
            <a:r>
              <a:rPr lang="en-US" sz="1100">
                <a:latin typeface="Arial"/>
                <a:ea typeface="Arial"/>
                <a:cs typeface="Arial"/>
                <a:sym typeface="Arial"/>
              </a:rPr>
              <a:t>Mao, Wenjing, et al. "Modeling air quality prediction using a deep learning approach: Method optimization and evaluation." Sustainable Cities and Society 65 (2021): 102567.</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just">
              <a:lnSpc>
                <a:spcPct val="150000"/>
              </a:lnSpc>
              <a:spcBef>
                <a:spcPts val="12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413" name="Google Shape;413;p50"/>
          <p:cNvSpPr txBox="1"/>
          <p:nvPr>
            <p:ph idx="10" type="dt"/>
          </p:nvPr>
        </p:nvSpPr>
        <p:spPr>
          <a:xfrm>
            <a:off x="7452321" y="6136218"/>
            <a:ext cx="1086900" cy="36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414" name="Google Shape;414;p5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15" name="Google Shape;415;p5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pic>
        <p:nvPicPr>
          <p:cNvPr descr="Icon&#10;&#10;Description automatically generated" id="420" name="Google Shape;420;p51"/>
          <p:cNvPicPr preferRelativeResize="0"/>
          <p:nvPr/>
        </p:nvPicPr>
        <p:blipFill rotWithShape="1">
          <a:blip r:embed="rId3">
            <a:alphaModFix/>
          </a:blip>
          <a:srcRect b="0" l="0" r="0" t="0"/>
          <a:stretch/>
        </p:blipFill>
        <p:spPr>
          <a:xfrm>
            <a:off x="2409695" y="1587674"/>
            <a:ext cx="3612192" cy="3212926"/>
          </a:xfrm>
          <a:prstGeom prst="rect">
            <a:avLst/>
          </a:prstGeom>
          <a:noFill/>
          <a:ln>
            <a:noFill/>
          </a:ln>
        </p:spPr>
      </p:pic>
      <p:sp>
        <p:nvSpPr>
          <p:cNvPr id="421" name="Google Shape;421;p51"/>
          <p:cNvSpPr txBox="1"/>
          <p:nvPr/>
        </p:nvSpPr>
        <p:spPr>
          <a:xfrm>
            <a:off x="564062" y="5597960"/>
            <a:ext cx="5746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12</a:t>
            </a:r>
            <a:endParaRPr b="0" i="1" sz="2000" u="none" cap="none" strike="noStrike">
              <a:solidFill>
                <a:schemeClr val="lt1"/>
              </a:solidFill>
              <a:latin typeface="Century Gothic"/>
              <a:ea typeface="Century Gothic"/>
              <a:cs typeface="Century Gothic"/>
              <a:sym typeface="Century Gothic"/>
            </a:endParaRPr>
          </a:p>
        </p:txBody>
      </p:sp>
      <p:sp>
        <p:nvSpPr>
          <p:cNvPr id="422" name="Google Shape;422;p5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423" name="Google Shape;423;p5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424" name="Google Shape;424;p5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2"/>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13</a:t>
            </a:r>
            <a:endParaRPr b="1" i="1" sz="2000" u="none" cap="none" strike="noStrike">
              <a:solidFill>
                <a:schemeClr val="lt1"/>
              </a:solidFill>
              <a:latin typeface="Century Gothic"/>
              <a:ea typeface="Century Gothic"/>
              <a:cs typeface="Century Gothic"/>
              <a:sym typeface="Century Gothic"/>
            </a:endParaRPr>
          </a:p>
        </p:txBody>
      </p:sp>
      <p:sp>
        <p:nvSpPr>
          <p:cNvPr id="430" name="Google Shape;430;p52"/>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picture containing text, stationary, writing implement, pen&#10;&#10;Description automatically generated" id="431" name="Google Shape;431;p52"/>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
        <p:nvSpPr>
          <p:cNvPr id="432" name="Google Shape;432;p5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433" name="Google Shape;433;p5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434" name="Google Shape;434;p5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